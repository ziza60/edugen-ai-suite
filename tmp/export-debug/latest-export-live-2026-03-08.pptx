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notesMasterIdLst>
    <p:notesMasterId r:id="rId10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1828800"/>
            <a:ext cx="1097188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Artificial para Aumentar a Produtividade no Trabalho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905" y="4114800"/>
            <a:ext cx="109718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Gerado por EduGenAI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1097188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você vai aprender (1/2)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905" y="14630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9985" y="1463040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Inteligência Artificial e seus Benefícios no Ambiente de Trabalho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547253" y="1463040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conceitos fundamentais da Inteligência Artificial (IA).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642616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49985" y="2642616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Gerenciamento de Comunicação e Informação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47253" y="2642616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como a Inteligência Artificial otimiza a comunicação e a gestão da informação.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905" y="3822192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49985" y="3822192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 de Escrita e Criação de Conteúdo com 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47253" y="3822192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utilizar ferramentas de Inteligência Artificial para agilizar o processo de criação.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905" y="5001768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49985" y="5001768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para Análise de Dados e Tomada de Decisão Otimizada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47253" y="5001768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Habilitar a utilização de ferramentas de IA para otimizar a tomada de decisões em contextos.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1097188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você vai aprender (2/2)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905" y="14630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B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9985" y="1463040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Gestão de Projetos e Organização Pessoal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547253" y="1463040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papel da IA na otimização de rotinas de trabalho e pessoais.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642616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49985" y="2642616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Ética e Segurança no Uso de IA no Trabalho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47253" y="2642616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princípios éticos e de segurança essenciais no uso da Inteligência Artificial.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905" y="3822192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49985" y="3822192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Prática e Futuro da IA para Produtividade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47253" y="3822192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Selecionar e implementar ferramentas de IA de forma eficaz no dia a dia profissional.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3" name="Text 11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Inteligência Artificial e seus Benefícios no Ambiente de Trabalho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os conceitos fundamentais da Inteligência Artificial (IA).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Identificar os principais tipos e aplicações da IA no contexto profissional.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estratégias para aproveitar os benefícios da IA na otimização da produtividade.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Embora complexa, a IA está presente em nosso cotidiano, desde assistentes de voz até recomendações personalizadas.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principal objetivo é simular as habilidades cognitivas humanas para resolver problemas e otimizar processos.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3)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 campo da ciência da computação que desenvolve máquinas capazes de executar tarefas que normalmente exigem inteligência humana.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Conceitos Essenciais da 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de Tarefas: Execução de tarefas repetitivas e baseadas em regras por máquinas, sem intervenção humana.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Aprendizado (aprendizado de máquina): Capacidade dos sistemas de aprenderem a partir de dados, identificando padrões e realizando previsões.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Raciocínio Lógico: Processamento de informações para chegar a conclusões, simulando o raciocínio humano.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Percepção: Interpretação de dados sensoriais (como imagens ou sons) para compreender o ambiente.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Conceitos Essenciais da IA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Linguagem Natural: Avanço da IA na compreensão e geração de linguagem humana.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2537231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253723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Virtuais: Siri, Alexa e Google Assistant respondem a comandos de voz.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1456" y="2651760"/>
            <a:ext cx="2537231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3421456" y="2788920"/>
            <a:ext cx="253723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Recomendação: Netflix e Spotify utilizam IA para sugerir conteúdo baseado em hábitos.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33008" y="2651760"/>
            <a:ext cx="2537231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233008" y="2788920"/>
            <a:ext cx="253723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Filtros de Spam: E-mails usam IA para identificar e bloquear mensagens indesejadas.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4559" y="2651760"/>
            <a:ext cx="2537231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9044559" y="2788920"/>
            <a:ext cx="253723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Reconhecimento Facial: Presente em celulares e sistemas de segurança para identificar pessoas.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554480"/>
          <a:ext cx="10971886" cy="914400"/>
        </p:xfrm>
        <a:graphic>
          <a:graphicData uri="http://schemas.openxmlformats.org/drawingml/2006/table">
            <a:tbl>
              <a:tblPr/>
              <a:tblGrid>
                <a:gridCol w="3657295"/>
                <a:gridCol w="3657295"/>
                <a:gridCol w="36572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Aspecto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Fraca (Narrow AI)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Forte (General AI)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🎯 Capacidade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Projetada para tarefas específicas.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Possui inteligência em nível humano ou superior.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🌐 Consciência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possui consciência, emoções ou inteligência geral.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Capaz de aprender, raciocinar e compreender tarefas complexas.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🌍 Prevalência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 a forma de IA mais comum e difundida atualmente.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Conceito teórico, objetivo de pesquisa de longo prazo.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💡 Exemplos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Carros autônomos, assistentes de voz, mecanismos de recomendação.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existem sistemas em funcionamento no mundo real.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7" name="Text 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tem um vasto potencial para aumentar a produtividade no trabalho, impulsionando profissionais de diversas áreas.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465320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automatiza tarefas, otimiza processos e oferece insights valiosos.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41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57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E-mails podem ser classificados e respondidos com base em seu conteúdo.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905" y="3200400"/>
            <a:ext cx="3535375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4706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Planilhas de dados podem ser analisadas e preenchidas automaticamente pela IA.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28160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8160" y="3200400"/>
            <a:ext cx="3535375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465320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Rotinas administrativas, como agendamento de reuniões, podem ser simplificadas.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41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415" y="320040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57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RPA (Robotic Process Automation) executam tarefas altamente repetitivas.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905" y="484632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905" y="484632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5" y="498348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libera tempo para que os colaboradores se concentrem em atividades estratégicas.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grandes volumes de dados para identificar gargalos e ineficiências.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465320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 insights baseados em dados para apoiar decisões mais assertivas e rápidas.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41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57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Projeções de vendas e análises de mercado são aprimoradas com modelos preditivos.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905" y="3200400"/>
            <a:ext cx="3535375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4706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IA podem otimizar rotas de entrega ou alocação de recursos.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28160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8160" y="3200400"/>
            <a:ext cx="3535375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465320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a criação de fluxos de trabalho eficientes e eficazes.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41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415" y="320040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57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Chatbots e assistentes virtuais fornecem suporte ao cliente 24/7 de forma eficiente.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905" y="484632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905" y="484632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5" y="498348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cria ofertas e comunicações altamente personalizadas para clientes.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Aprimora a experiência do usuário, tornando interações mais rápidas e relevantes.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465320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de sentimentos monitoram a satisfação do cliente em tempo real.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41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57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 em maior satisfação do cliente e fidelização.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905" y="3200400"/>
            <a:ext cx="3535375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4706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auxiliam na criação de textos, resumos e roteiros.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28160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8160" y="3200400"/>
            <a:ext cx="3535375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465320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Traduz documentos e comunicações para múltiplos idiomas rapidamente.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41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415" y="320040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57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identifica tendências e informações relevantes em grandes massas de texto.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905" y="484632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905" y="484632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5" y="498348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 a revisão gramatical e ortográfica em documentos e apresentações.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Acompanhamento do engajamento dos colaboradores através da análise de dados internos.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465320" y="1691640"/>
            <a:ext cx="326105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 a consolidação de feedbacks e a criação de planos de ação.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57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💭 Pare um momento e reflita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357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Quais tarefas no seu dia a dia profissional são repetitivas e poderiam ser automatizadas por uma ferramenta de IA?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 relatórios e dashboards concisos com base em dados complexos.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7288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8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o processo de recrutamento, filtrando currículos e identificando candidatos.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905" y="4023360"/>
            <a:ext cx="5394503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747065" y="416052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preditivas ajudam a antecipar a rotatividade de funcionários e gerenciar equipes.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7288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7288" y="4023360"/>
            <a:ext cx="5394503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324448" y="416052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IA personalizam trilhas de aprendizado e desenvolvimento profissional.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D2E1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Mesmo sem ter conhecimento em programação, profissionais de diversas áreas podem aproveitar os benefícios da IA.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 campanhas, analisa tendências de consumo e otimiza conteúdo para SEO.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Recursos Humanos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 na triagem de currículos, análise de desempenho e desenvolvimento de treinamentos.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Finanças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Detecta fraudes, oferece análises preditivas de mercado e automatiza relatórios financeiros.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aproveitar a IA de forma estratégica, é essencial estar atento a como ela pode ser integrada ao seu trabalho.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permite que você trabalhe de maneira mais inteligente.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0" name="Text 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Pontos Chave para 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Identifique Tarefas Repetitivas: Observe quais tarefas em seu dia a dia profissional poderiam ser automatizadas.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Ferramentas Existentes: Pesquise softwares e aplicações já disponíveis que utilizam IA e que podem ser úteis.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Pense em Otimização: Considere como a IA poderia otimizar um processo atualmente demorado ou ineficiente.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Mantenha-se Informado: Acompanhe as novidades e tendências da IA para identificar novas oportunidades de aplicação.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os fundamentos da Inteligência Artificial, entendendo seus conceitos essenciais e diferentes tipos, com foco na IA Fraca como a mais presente.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Vimos como a IA atua como um catalisador para aumentar a produtividade no ambiente de trabalho.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profissionais podem automatizar, otimizar e inovar suas tarefas independentemente da área de atuação.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permite que máquinas simulem capacidades cognitivas humanas.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Fraca é especializada para tarefas específicas e é a mais comum atualmente.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aprendizado de máquina é um campo crucial da IA que permite sistemas aprenderem com dados.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repetitivas, liberando tempo para atividades estratégicas e criativas.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otimiza processos, fornecendo insights para decisões mais inteligentes e baseadas em dados.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proporciona benefícios em diversas áreas, independentemente da expertise técnica do profissional.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Gerenciamento de Comunicação e Informação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como a Inteligência Artificial otimiza a comunicação e a gestão da informação.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Desenvolver habilidades para aplicar ferramentas de IA em tarefas de e-mails, agendamentos e documentos.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Utilizar a IA para extrair informações relevantes e aprimorar a produtividade no trabalho.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é aumentar a eficiência, reduzir tarefas repetitivas e permitir maior atenção a atividades estratégicas.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534878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tecnologias de IA usam algoritmos e aprendizado de máquina para automatizar, organizar e analisar grandes volumes de dados.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51760"/>
            <a:ext cx="534878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final, você terá clareza sobre como incorporar essas ferramentas para novos níveis de produtividade.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comunicação e a gestão da informação são pilares essenciais para a produtividade.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534878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o volume crescente de dados, a Inteligência Artificial (IA) otimiza esses processos, transformando o dia a dia profissional.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51760"/>
            <a:ext cx="534878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apresentará soluções práticas para gerir e-mails, agendamentos, documentos e a extração de informações.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oferece soluções inovadoras para transformar a gestão de e-mails, tornando-a mais eficiente e menos estressante.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139696"/>
            <a:ext cx="73152" cy="457200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139696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Limpeza em massa: Identifica e arquiva e-mails antigos ou desnecessários. Isso contribui para um ambiente digital mais organizado.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2724912"/>
            <a:ext cx="73152" cy="457200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2724912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Fim da troca de e-mails: Essa funcionalidade elimina a troca interminável de e-mails para encontrar um horário comum.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310128"/>
            <a:ext cx="73152" cy="457200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310128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Reserva de recursos: Algumas ferramentas permitem a reserva de salas e equipamentos automaticamente, centralizando informações do evento.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5" y="3895344"/>
            <a:ext cx="73152" cy="457200"/>
          </a:xfrm>
          <a:prstGeom prst="rect">
            <a:avLst>
              <a:gd name="adj" fmla="val 25000"/>
            </a:avLst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5" y="3895344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Indexação eficiente: Permite que documentos sejam facilmente localizados por palavras-chave, melhorando a relevância da busca.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905" y="448056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5" y="448056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documentos: Ferramentas de Processamento de Linguagem Natural (PLN) analisam textos extensos e sintetizam os pontos principais. Isso gera resumos concisos.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D2E1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Maria, gerente de marketing, tem sua caixa de entrada sempre lotada e perde muito tempo agendando reuniões com fornecedores de diferentes fusos horários.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 configura seu cliente de e-mail com regras inteligentes de IA, que movem e-mails de newsletters para uma pasta específica e priorizam mensagens de clientes.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libera sua caixa de entrada principal para interações urgentes.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agendamentos, ela usa um assistente de IA que se integra ao seu calendário e aos calendários dos fornecedores.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 automação de tarefas repetitivas, como a triagem de e-mails, poderia impactar positivamente seu foco em atividades estratégicas no dia a dia?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Curva de aprendizado: Embora visem simplificar, algumas ferramentas podem ter uma curva de aprendizado inicial que exige tempo e treinamento.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Excesso de confiança: A dependência excessiva na IA pode levar à negligência da revisão humana, perdendo insights originais ou detectando erros.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0" name="Text 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3)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Falta de adaptação: A resistência à mudança por parte dos colaboradores pode dificultar a implementação de novas ferramentas.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dos dados: A IA depende de dados de entrada de qualidade; dados imprecisos ou incompletos podem gerar resultados insatisfatórios.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Privacidade e segurança: Ferramentas de IA que processam comunicações e documentos exigem atenção rigorosa à privacidade dos dados e à segurança da informação.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explorou como as ferramentas de Inteligência Artificial otimizam a gestão de comunicação e informação.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aplicação da IA na organização de e-mails, agendamento inteligente, gestão de documentos e extração rápida de informações, salientando seu potencial para revolucionar.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não técnicos podem aproveitar essas inovações para focar em tarefas de maior valor e promover a eficiência.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repetitivas em e-mails, liberando tempo para atividades estratégicas.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inteligentes de agendamento eliminam conflitos de horário e melhoram a coordenação.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gestão de documentos com IA permite categorização automática, busca eficiente e maior segurança.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extração de informações por IA acelera a análise de dados, oferecendo resumos e insights concisos.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adoção dessas ferramentas de IA impulsiona a eficiência e produtividade individual e coletiva.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em áreas chave transforma o dia a dia profissional, tornando-o mais organizado.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 de Escrita e Criação de Conteúdo com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Aprender a utilizar ferramentas de Inteligência Artificial para agilizar o processo de criação de conteúdo.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Desenvolver a habilidade de gerar textos de alta qualidade, como e-mails, relatórios e posts para redes sociais.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a IA para otimizar a redação, garantindo maior qualidade textual e produtividade.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(IA), por meio de modelos de linguagem avançados (LLMs), transformou a interação com textos.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ferramentas analisam grandes volumes de dados textuais.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compreendem padrões, estilos e contextos. Consequentemente, podem gerar textos coesos e relevantes.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Muitas vezes, esses textos são indistinguíveis da produção humana.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objetivo é produzir um conteúdo que atenda aos requisitos especificados.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base nesses prompts e em seu vasto treinamento, a IA gera o texto desejado.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3)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 processo envolve a seleção de palavras, a construção de frases e a estruturação de parágrafos.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4)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na escrita e criação de conteúdo opera por meio de algoritmos complexos. Eles processam prompts (instruções) fornecidos pelo usuário.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554480"/>
          <a:ext cx="10971886" cy="914400"/>
        </p:xfrm>
        <a:graphic>
          <a:graphicData uri="http://schemas.openxmlformats.org/drawingml/2006/table">
            <a:tbl>
              <a:tblPr/>
              <a:tblGrid>
                <a:gridCol w="2194377"/>
                <a:gridCol w="2194377"/>
                <a:gridCol w="2194377"/>
                <a:gridCol w="2194377"/>
                <a:gridCol w="2194377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Critério 🚀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Geradores de Texto Puros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Ferramentas de Marketing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Assistentes de Escrita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Transcrição/Sumarização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Função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 conteúdo a partir de prompts.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Modelos específicos para marketing.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Aprimora textos existentes.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Converte áudio, resume documentos.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Exemplos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ChatGPT, Google Gemini, Claude.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Jasper, Copy.ai.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Grammarly, QuillBot.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Otter.ai, Fireflies.ai.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Uso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Conteúdos variados, como artigos e scripts.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Posts de blog, anúncios, descrições de produtos.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Correção gramatical, estilo, clareza.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Atas de reunião, longos documentos.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7" name="Text 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Garante objetividade e economia de tempo.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7288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8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Descrições de Produtos e Serviços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4448" y="201168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 textos persuasivos e otimizados para e-commerce.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905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905" y="4023360"/>
            <a:ext cx="5394503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747065" y="416052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Inclui palavras-chave SEO para maior visibilidade.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7288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7288" y="4023360"/>
            <a:ext cx="5394503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Posts para Redes Sociais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4448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 conteúdo para diversas plataformas, adaptando a linguagem e sugerindo hashtags relevantes.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diversas tarefas de escrita no dia a dia profissional, acelerando processos e melhorando a qualidade.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7288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8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E-mails e Comunicações Internas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4448" y="201168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criação de e-mails comerciais ou de comunicados internos é otimizada.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905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905" y="4023360"/>
            <a:ext cx="5394503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747065" y="416052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garante tom e clareza adequados para cada mensagem.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7288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7288" y="4023360"/>
            <a:ext cx="5394503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Relatórios e Documentação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4448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Auxilia na estruturação de relatórios e na sumarização de documentos extensos.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E-mail de Prospecção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D2E1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Imagine precisar enviar um e-mail a um novo contato.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para 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"Crie um e-mail formal para agendar uma reunião de apresentação de projeto com o cliente 'SolarTech'.".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Sugira três datas e horários na próxima semana.".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Inclua uma breve agenda.".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Sumarização de Conteúdo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esperado: A IA produziria um resumo conciso. Ele destacaria as tendências mais relevantes para o público-alvo especificado.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Sumarização de Conteúdo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D2E1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1778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condensar um material extenso rapidamente.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para 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4302252"/>
            <a:ext cx="10331806" cy="1778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"Sumarize o seguinte texto sobre as tendências de marketing digital de 2024 em três parágrafos, focando nos principais pontos para pequenas empresas.".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3" name="Text 11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Descrição de Produto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esperado: A IA criaria uma descrição atraente. Ela enfatizaria os benefícios e características essenciais do produto.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Descrição de Produto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D2E1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1778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impulsionar vendas online.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para 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4302252"/>
            <a:ext cx="10331806" cy="1778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"Escreva uma descrição de produto para um smartwatch à prova d'água. Destaque sua durabilidade, funções fitness e conectividade com smartphone.".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3" name="Text 11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Post para Redes Sociais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D2E1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engajar a audiência no LinkedIn.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para 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"Crie três ideias de posts para o LinkedIn sobre o tema 'Importância da Inteligência Emocional no Ambiente Corporativo'.".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Inclua emojis e hashtags relevantes.".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esperado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apresentaria posts distintos, direcionados ao público do LinkedIn. Conteriam emojis e hashtags estratégicas.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maximizar os resultados e evitar problemas, algumas práticas são essenciais ao usar a IA.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 Prompt: Prompts vagos geram respostas genéricas. Seja sempre específico e claro nas instruções.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Insuficiente: A IA precisa de contexto completo para produzir conteúdo relevante. Forneça informações de fundo e histórico.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Tom e Estilo Inadequados: Sem a indicação do tom e estilo desejados, o texto pode não se alinhar à sua marca. Defina-os claramente.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4805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48056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Alucinações da IA: A ferramenta pode gerar informações incorretas ou fictícias. Revise sempre o conteúdo gerado.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Falta de Personalização: O texto da IA pode parecer genérico. Edite e personalize para se adequar à sua voz.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Substituição Total: A IA é um assistente, não um substituto. Use-a para potencializar, não para substituir a criatividade humana.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Originalidade: Sempre verifique a originalidade do conteúdo, especialmente para evitar plágio.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como a Inteligência Artificial revoluciona a criação de conteúdo e automação de tarefas de escrita.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aplicações práticas em e-mails, relatórios, descrições de produtos e posts para redes sociais.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Enfatizamos a importância de prompts claros, revisão humana e personalização para obter os melhores resultados.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de escrita, aumentando a velocidade e qualidade do conteúdo.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como ChatGPT e Grammarly auxiliam na redação de e-mails, relatórios e descrições.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clareza e especificação dos prompts são cruciais para resultados eficazes da IA.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fundamental revisar e personalizar o conteúdo gerado pela IA para garantir precisão e adequação.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atua como um assistente poderoso, potencializando a produtividade sem substituir a análise humana.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experimentação com diferentes ferramentas e prompts otimiza o uso da IA na escrita.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905" y="51663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2825" y="51389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automação do conteúdo criativo contribui para uma comunicação consistente e de alta qualidade.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9905" y="57607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5" y="5760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2825" y="57332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no fluxo de trabalho diário pode transformar a gestão de textos e documentos.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para Análise de Dados e Tomada de Decisão Otimizada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 papel da Inteligência Artificial na análise e interpretação de grandes volumes de dados.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Habilitar a utilização de ferramentas de IA para otimizar a tomada de decisões em contextos profissionais.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insights gerados por IA para desenvolver estratégias mais eficazes e fundamentadas.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de dados é vital para a operação e crescimento de negócios modernos.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534878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volume e a velocidade dos dados atuais superam a capacidade de processamento humano.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51760"/>
            <a:ext cx="534878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preenche essa lacuna, tornando-se essencial para extrair valor dessas informações.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e Pré-processamento de Dados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automatizam a coleta de dados de diversas fontes.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139696"/>
            <a:ext cx="73152" cy="457200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139696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pré-processamento inclui limpeza, padronização e estruturação dos dados.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2724912"/>
            <a:ext cx="73152" cy="457200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2724912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 automação reduz significativamente o tempo e o erro humano nas tarefas.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310128"/>
            <a:ext cx="73152" cy="457200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310128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qualidade dos dados é fundamental para a precisão das análises de IA.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de Padrões e Tendências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IA, como aprendizado de máquina, identificam padrões complexos em grandes conjuntos de dados.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139696"/>
            <a:ext cx="73152" cy="457200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139696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Esses padrões são, muitas vezes, imperceptíveis pela análise humana tradicional.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2724912"/>
            <a:ext cx="73152" cy="457200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2724912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a identificação de tendências, como picos de vendas ou mudanças no comportamento do cliente, o que permite que empresas respondam proativamente às mudanças.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Preditiva e Prescritiva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prevê resultados futuros com base em dados históricos, como demanda de produtos.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139696"/>
            <a:ext cx="73152" cy="457200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139696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preditiva antecipa cenários, permitindo que as empresas se preparem.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2724912"/>
            <a:ext cx="73152" cy="457200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2724912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prescritiva recomenda as melhores ações para alcançar um objetivo específico.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310128"/>
            <a:ext cx="73152" cy="457200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310128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exemplo, a IA pode sugerir otimização de rotas ou personalização de ofertas.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554480"/>
          <a:ext cx="10971886" cy="914400"/>
        </p:xfrm>
        <a:graphic>
          <a:graphicData uri="http://schemas.openxmlformats.org/drawingml/2006/table">
            <a:tbl>
              <a:tblPr/>
              <a:tblGrid>
                <a:gridCol w="3657295"/>
                <a:gridCol w="3657295"/>
                <a:gridCol w="36572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Aspecto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Análise Preditiva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Análise Prescritiva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🎯 Objetivo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Prever eventos futuros.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Recomendar ações para resultados ideais.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💡 Saída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Probabilidades, previsões, classificações.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Sugestões de estratégias, otimizações.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🚀 Capacidade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Antecipa o que deve acontecer.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Sugere o que fazer acontecer.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📊 Exemplo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Prever churn de clientes.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CF0F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Otimizar campanhas de marketing.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66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7" name="Text 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D2E1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exemplo prático é a previsão de demanda em gestão de estoque.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dados históricos de vendas, sazonalidade, promoções e até mesmo notícias econômicas.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prevê a quantidade exata de produto a ser estocada para evitar excessos ou rupturas. Isso economiza custos e garante a disponibilidade do produto.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💭 Pare um momento e reflita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 identificação de um padrão oculto em dados de comportamento do cliente poderia mudar radicalmente a forma como sua empresa se comunica com ele?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538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10971886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10697566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impacta a tomada de decisão em diversos setores.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Vendas e Marketing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de Clientes Potenciais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dados para encontrar leads com maior probabilidade de conversão.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7288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8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Personalização de Ofertas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448" y="201168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 produtos com base no histórico e preferências do cliente.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905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905" y="4023360"/>
            <a:ext cx="5394503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747065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de Vendas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7065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de IA preveem a demanda futura, auxiliando na definição de metas.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87288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7288" y="4023360"/>
            <a:ext cx="5394503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6324448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Otimização de Campanhas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4448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ajusta lances de anúncios em tempo real para maximizar o desempenho.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2" name="Text 2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Operações e Logística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de Estoque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níveis de estoque, prevendo demanda para evitar excessos ou faltas.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4465320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Otimização de Rotas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65320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 calculam rotas mais eficientes, reduzindo custos.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57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Manutenção Preditiva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57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prevê falhas em equipamentos antes que ocorram, minimizando tempo de inatividade.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Recursos Humanos (RH)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Recrutamento Inteligente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currículos para identificar candidatos imparcialmente.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4465320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Desempenho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65320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fornecem insights sobre o desempenho e necessidades de treinamento.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57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de Turnover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57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ajuda a identificar funcionários em risco de sair, permitindo ações de retenção.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Finanças e Contabilidade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Detecção de Fraudes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identifica padrões anormais em transações financeiras.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4465320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Risco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65320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 o risco de crédito de clientes ou projetos com base em dados financeiros.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57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Financeira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57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Prevê tendências de mercado e desempenho de investimentos.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dos Dados: A IA é tão boa quanto os dados que a alimentam; dados ruins geram insights imprecisos.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Algorítmico: Algoritmos podem perpetuar ou ampliar vieses existentes nos dados históricos.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Complexidade e Transparência: Alguns modelos de IA são "caixas-pretas," dificultando a compreensão de suas decisões.".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e Privacidade: A manipulação de grandes volumes de dados sensíveis exige rigorosas medidas de segurança.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4805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48056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Dependência Excessiva: A confiança cega na IA pode reduzir a capacidade humana de análise crítica.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como a Inteligência Artificial é crucial para analisar rapidamente grandes volumes de dados complexos.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Vimos que ela identifica padrões ocultos, prevê tendências e prescreve ações otimizadas.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transforma a tomada de decisão em diversas áreas, tornando-a mais rápida, precisa e estratégica.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a coleta, limpeza e pré-processamento de dados para análise eficiente.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 identificam padrões e tendências complexas, invisíveis à análise humana.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análises preditivas e prescritivas da IA antecipam cenários e sugerem as melhores ações.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BI, análise de texto e automação de marketing incorporam IA para usuários não técnicos.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a tomada de decisão em vendas, operações, RH e finanças, promovendo maior produtividade.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Interpretar insights gerados por IA é uma habilidade fundamental no ambiente de trabalho moderno.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Gestão de Projetos e Organização Pessoal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 papel da IA na otimização de rotinas de trabalho e pessoais.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Conhecer ferramentas e estratégias de IA para planejamento e execução de projetos.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soluções de IA para melhorar a eficiência e produtividade na gestão e organização.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uma aliada poderosa para otimizar rotinas de trabalho e pessoais.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transforma a maneira como planejamos, executamos e acompanhamos projetos.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é otimizar o planejamento, gerenciamento de tarefas, alocação de recursos e organização pessoal.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melhora a eficiência e a produtividade em qualquer iniciativa, ao integrar a IA para impulsionar resultados e organizar a vida de forma inteligente.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revoluciona o planejamento de projetos com capacidades analíticas e preditivas. Ela permite uma visão clara e tomadas de decisão mais embasadas desde o início.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139696"/>
            <a:ext cx="73152" cy="457200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139696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Geração Automática de Cronogramas. Softwares com IA criam cronogramas de projeto de forma dinâmica. Consideram dependências de tarefas, disponibilidade de recursos e prazos.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2724912"/>
            <a:ext cx="73152" cy="457200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2724912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otimiza o fluxo de trabalho para atividades de maior valor. Automação de Tarefas Repetitivas. Ferramentas de IA automatizam tarefas rotineiras e repetitivas.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310128"/>
            <a:ext cx="73152" cy="457200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310128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da Alocação de Equipes. A IA analisa habilidades, disponibilidade e carga de trabalho da equipe. Sugere as melhores atribuições para maximizar eficiência.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5" y="3895344"/>
            <a:ext cx="73152" cy="457200"/>
          </a:xfrm>
          <a:prstGeom prst="rect">
            <a:avLst>
              <a:gd name="adj" fmla="val 25000"/>
            </a:avLst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5" y="3895344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Minimiza custos e maximiza o valor dos ativos disponíveis. A IA vai além dos projetos, revolucionando a organização pessoal. Assistência Virtual e Agendamento.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905" y="448056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5" y="448056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Ajudam a organizar documentos automaticamente, sugerindo pastas. Reduz a desordem digital e facilita a localização de informações.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Jira (com plugins de IA)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 a prever prazos e alocar recursos de forma eficiente.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4465320" y="1691640"/>
            <a:ext cx="326105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Pessoais Inteligentes.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57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57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 o agendamento de reuniões, evitando conflitos de horários.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7" name="Text 1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ferramentas de IA já são uma realidade prática, incorporadas em softwares amplamente utilizado.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7288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8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 de Projetos e Tarefas.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905" y="4023360"/>
            <a:ext cx="5394503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747065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Asana e Trello (com integrações de IA)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7065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Automatizam lembretes e sugerem prioridades.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7288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7288" y="4023360"/>
            <a:ext cx="5394503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Monday.com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4448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 fluxos de trabalho e realiza análises preditivas via IA.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538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10971886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1069756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10697566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Unifica caixas de entrada e aplica IA para roteamento inteligente de mensagens.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0" name="Text 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4754880"/>
          </a:xfrm>
          <a:prstGeom prst="roundRect">
            <a:avLst>
              <a:gd name="adj" fmla="val 1538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Workspace (Gmail, Drive)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5120183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 IA para filtragem inteligente e organização de arquivos.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7288" y="1554480"/>
            <a:ext cx="5394503" cy="4754880"/>
          </a:xfrm>
          <a:prstGeom prst="roundRect">
            <a:avLst>
              <a:gd name="adj" fmla="val 1538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8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Evernote (com recursos de IA)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448" y="2011680"/>
            <a:ext cx="5120183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 a organizar notas e documentos com inteligência.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3)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Agenda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Integra-se a assistentes de IA para sugestões inteligentes.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4465320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Sunsama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65320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 IA para planejar o dia com base em prioridades e capacidade individual.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575" y="1691640"/>
            <a:ext cx="326105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Organização de Documentos e E-mails.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7" name="Text 1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integrar a IA na gestão de projetos e organização pessoal, é crucial estar ciente de alguns desafios e precauções.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de Dados.. A IA lida com dados sensíveis de projetos e pessoais.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as políticas de privacidade e segurança das ferramentas.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Evite compartilhar informações críticas com plataformas não confiáveis.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Dependência Tecnológica.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excesso de confiança na IA pode diminuir a capacidade humana de tomada de decisão.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Mantenha um equilíbrio entre a automação e a intervenção humana.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Desenvolva habilidades críticas mesmo com o uso de ferramentas inteligentes.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Algorítmico.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podem herdar vieses dos dados em que foram treinadas.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pode levar a decisões não éticas ou injustas, especialmente em alocação de recursos.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 e ajuste os resultados da IA para garantir equidade e imparcialidade.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e Complexidade.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Algumas soluções de IA podem ser caras ou complexas de implementar.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o retorno sobre o investimento e a curva de aprendizado da equipe.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Comece com ferramentas mais simples e escaláveis conforme a necessidade.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Interoperabilidade.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integração entre diferentes ferramentas de IA pode ser um desafio técnico.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4805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48056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Verifique a compatibilidade e a facilidade de fluxo de dados entre plataformas.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52120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52120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Evite silos de informação que comprometam a eficiência geral.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explorou como a IA pode ser uma força transformadora na gestão de projetos e organização pessoal.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Cobrimos desde a otimização de planejamento e gerenciamento de tarefas até a alocação de recursos e organização individual.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oferece ferramentas para maior eficiência e produtividade, permitindo que você foque em atividades estratégicas e criativas.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aprimora o planejamento de projetos com previsão de riscos e cronogramas automatizados.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gerenciamento de tarefas se torna inteligente com a IA, priorizando e automatizando rotinas.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alocação de recursos é otimizada pela IA, garantindo o melhor uso de talentos e orçamento.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organização pessoal é estratégica com a IA, atuando como assistente e otimizando hábitos.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Diversas ferramentas de gestão incorporam IA, tornando a elevação da produtividade uma realidade.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considerar a segurança de dados e evitar a dependência excessiva da tecnologia.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Ética e Segurança no Uso de IA no Trabalho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os princípios éticos e de segurança essenciais no uso da Inteligência Artificial.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Identificar riscos como privacidade de dados, viés algorítmico e vulnerabilidades cibernéticas da IA.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estratégias para promover um uso responsável, justo e seguro da IA no ambiente profissional.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rápida evolução da IA exige uma compreensão profunda de suas implicações éticas e de segurança.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1974921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197492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na IA abrange os princípios morais que orientam seu desenvolvimento e aplicação.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59146" y="2651760"/>
            <a:ext cx="1974921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2859146" y="2788920"/>
            <a:ext cx="197492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avaliação do impacto social das ferramentas de IA é fundamental.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08387" y="2651760"/>
            <a:ext cx="1974921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5108387" y="2788920"/>
            <a:ext cx="197492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transparência sobre o funcionamento da IA deve ser priorizada.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57628" y="2651760"/>
            <a:ext cx="1974921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7357628" y="2788920"/>
            <a:ext cx="197492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responsabilidade pelas decisões da IA precisa ser clara e definida.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6869" y="2651760"/>
            <a:ext cx="1974921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6869" y="2788920"/>
            <a:ext cx="197492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não deve violar a dignidade humana e os direitos individuais.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privacidade de dados é uma preocupação central na IA, que frequentemente requer grandes volumes de informações.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garantir a coleta, armazenamento e uso responsável e seguro desses dados.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consentimento explícito para coleta de dados pessoais é indispensável.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finalidade da coleta de dados deve ser clara e específica.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minimização de dados é uma prática recomendada, coletando apenas o essencial.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anonimização ou pseudonimização de dados reduz riscos de identificação.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ferramentas de IA precisam estar em conformidade com leis como a LGPD.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dados da IA devem ser armazenados em ambientes seguros.. A criptografia protege dados em trânsito e em repouso.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Controles de acesso rigorosos limitam quem pode visualizar os dados.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Auditorias regulares de segurança identificam e corrigem vulnerabilidades.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descarte seguro de dados obsoletos é uma prática essencial.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de sistemas de IA pode introduzir vulnerabilidades cibernéticas significativas.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Proteger a IA é tão crítico quanto proteger qualquer outro ativo digital.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de IA podem ser envenenados por dados maliciosos durante o treinamento.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Ataques adversariais podem manipular entradas para enganar a IA.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4805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48056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engenharia reversa pode extrair informações sensíveis do modelo.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integridade dos modelos de IA deve ser constantemente verificada.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dados de treinamento precisam de proteção contra acesso não autorizado.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autenticação multifator para acesso aos sistemas de IA.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Monitorar continuamente os sistemas para detectar anomalias.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Atualizar regularmente softwares e modelos para corrigir falhas de segurança.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testes de penetração em sistemas de IA para identificar fraquezas.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Treinar a equipe sobre práticas de segurança cibernética é essencial.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algorítmico é um dos maiores desafios éticos da IA, onde preconceitos sociais podem ser perpetuados.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os dados de treinamento refletem desigualdades, o algoritmo pode amplificá-las.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Dados de treinamento podem conter preconceitos históricos ou sociais.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representação desigual em conjuntos de dados leva a decisões injustas.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Decisões humanas anteriores nos dados podem ser inerentemente enviesadas.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534878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de características (features) para treinamento pode introduzir viés.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51760"/>
            <a:ext cx="534878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pode surgir no projeto ou na interpretação dos resultados.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conjuntos de dados diversos e representativos.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auditorias regulares nos algoritmos para identificar e corrigir vieses.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modelos de IA mais transparentes e explicáveis (XAI).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a inclusão de diferentes perspectivas na equipe de desenvolvimento da IA.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métricas de equidade para avaliar o desempenho em diferentes grupos.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Testar exaustivamente o algoritmo em vários cenários antes da implantação.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Acompanhar o desempenho pós-implantação, ajustando conforme necessário.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as decisões de um modelo de IA enviesado poderiam afetar a produtividade ou a cultura da sua própria equipe ou organização?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o uso ético e seguro da IA, a transparência e a explicabilidade são fundamentais.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139696"/>
            <a:ext cx="73152" cy="457200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139696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incapacidade de entender as decisões da IA ("caixas pretas") representa um risco significativo.".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2724912"/>
            <a:ext cx="73152" cy="457200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2724912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entender o "porquê" das decisões da IA.". A explicabilidade auxilia na identificação e correção de erros ou vieses.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310128"/>
            <a:ext cx="73152" cy="457200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310128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transparência aumenta a confiança dos usuários nos sistemas de IA.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5" y="3895344"/>
            <a:ext cx="73152" cy="457200"/>
          </a:xfrm>
          <a:prstGeom prst="rect">
            <a:avLst>
              <a:gd name="adj" fmla="val 25000"/>
            </a:avLst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5" y="3895344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políticas internas sobre o uso de IA devem ser claras e acessíveis.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905" y="448056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5" y="448056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usuários precisam ser informados ao interagir com um sistema de IA.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D2E1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1021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de IA para triagem de currículos pode ser um exemplo de explicabilidade.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3270504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32522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544824"/>
            <a:ext cx="10331806" cy="1021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treinado com dados passados que favoreceram um perfil demográfico, ele pode rejeitar candidatos qualificados de outros grupos.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785360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767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5059680"/>
            <a:ext cx="10331806" cy="1021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mais explicável indicaria os critérios da rejeição, permitindo análise e ajuste.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governança e regulamentação da IA são cada vez mais necessárias para garantir seu uso responsável.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465320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estruturas visam proteger os direitos individuais e promover o bem-estar social.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41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57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políticas internas claras para o uso de IA é vital.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905" y="3200400"/>
            <a:ext cx="3535375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4706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Estabelecer comitês de ética em IA para supervisionar a implementação.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28160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8160" y="3200400"/>
            <a:ext cx="3535375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465320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Manter-se atualizado sobre as regulamentações governamentais de IA.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41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415" y="320040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57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Promover a conscientização sobre as melhores práticas entre os colaboradores.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905" y="484632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3D566E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905" y="484632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5" y="498348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colaboração entre setores público e privado fomenta o uso ético da IA.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questão da responsabilidade e accountability na IA é complexa, mas crucial para um uso ético.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definir quem é responsável quando a IA comete erros ou causa danos.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responsabilidades no desenvolvimento e uso da IA precisam ser claras.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Desenvolvedores e usuários da IA devem ser responsabilizados por seus impactos.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Mecanismos de revisão e apelação para decisões da IA são necessários.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Auditorias independentes dos sistemas de IA fortalecem a accountability.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deve ser integrada em todo o ciclo de vida da IA, do design à desativação.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os pilares da ética e segurança no uso da IA, ressaltando que sua adoção é uma responsabilidade moral e social.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privacidade de dados, segurança cibernética, viés algorítmico, transparência e responsabilidade, essenciais para um uso da IA que promova um ambiente de trabalho justo.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conhecimento prepara você para usar a IA de forma eficaz e ética, tornando-o um agente de mudança para um futuro digital responsável.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na IA é um conjunto de princípios que guia seu uso responsável.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privacidade de dados exige consentimento, minimização e segurança robusta.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sistemas de IA podem ser tanto alvos quanto ferramentas para a segurança cibernética.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algorítmico pode levar a discriminação e deve ser ativamente mitigado.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Transparência e explicabilidade são cruciais para a confiança e correção de erros na IA.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governança e regulamentação são essenciais para um uso responsável da IA.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Prática e Futuro da IA para Produtividade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Selecionar e implementar ferramentas de IA de forma eficaz no dia a dia profissional.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Desenvolver estratégias para a adoção bem-sucedida de IA em equipes.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Compreender as tendências futuras da IA e seu impacto na produtividade.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de Inteligência Artificial (IA) no ambiente de trabalho transforma o conhecimento em ação.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534878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processo envolve a seleção criteriosa de ferramentas e a superação de desafios de adoção.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51760"/>
            <a:ext cx="534878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objetivo é integrar a IA estrategicamente para colher seus benefícios e preparar-se para futuras inovações.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da ferramenta de IA ideal é crucial. Não se busca a tecnologia mais avançada, mas sim a mais alinhada às necessidades e objetivos específicos do usuário ou da equipe.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139696"/>
            <a:ext cx="73152" cy="457200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139696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das Necessidades e Desafios. Identificar o problema que a IA pode resolver é o primeiro passo.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2724912"/>
            <a:ext cx="73152" cy="457200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2724912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Considerar desafios onde a tomada de decisão se beneficia de análises de dados. Pensar em áreas onde a criatividade ou o atendimento ao cliente poderiam ser aprimorados.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310128"/>
            <a:ext cx="73152" cy="457200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310128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métricas claras para o sucesso, que medirão o impacto da IA. Critérios Essenciais para a Escolha.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5" y="3895344"/>
            <a:ext cx="73152" cy="457200"/>
          </a:xfrm>
          <a:prstGeom prst="rect">
            <a:avLst>
              <a:gd name="adj" fmla="val 25000"/>
            </a:avLst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5" y="3895344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Facilidade de Uso: Interface intuitiva e de fácil aprendizado acelera a adoção. Integração: Verificar compatibilidade com outras plataformas existentes.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905" y="448056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5" y="448056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Custo-Benefício: Avaliar o valor entregue em relação ao investimento. Suporte e Documentação: Um bom suporte técnico é um diferencial importante.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D2E1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reduzir o tempo gasto na criação de rascunhos de e-mails de follow-up.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Necessidade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Reduzir o tempo na criação de rascunhos de e-mails de follow-up para clientes.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Aplicados.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Relevância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 de IA que gera texto a partir de prompts.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em uma equipe exige planejamento e comunicação. Isso garante engajamento e a adesão de todos. Estratégias de Implementação Gradual.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139696"/>
            <a:ext cx="73152" cy="457200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139696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Escolher um grupo pequeno e entusiasta para experimentar a IA primeiro, criando "embaixadores". Documentar os sucessos e aprendizados do piloto para compartilhar com a equipe.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2724912"/>
            <a:ext cx="73152" cy="457200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2724912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Permitir que a equipe experimente a IA em tarefas de baixo risco antes de aplicá-la em processos críticos.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310128"/>
            <a:ext cx="73152" cy="457200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310128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Oferecer workshops e treinamentos práticos sobre o uso das novas ferramentas de IA. Criar materiais de suporte acessíveis, como guias rápidos e FAQs.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5" y="3895344"/>
            <a:ext cx="73152" cy="457200"/>
          </a:xfrm>
          <a:prstGeom prst="rect">
            <a:avLst>
              <a:gd name="adj" fmla="val 25000"/>
            </a:avLst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5" y="3895344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Destacar os benefícios pessoais que a IA trará para cada membro da equipe. Incentivar a experimentação e a troca de experiências entre os colegas.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905" y="4480560"/>
            <a:ext cx="73152" cy="45720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5" y="4480560"/>
            <a:ext cx="1069756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Comunicar claramente o propósito da implementação da IA e seus benefícios. Abordar abertamente preocupações sobre substituição de empregos, focando na IA como complemento.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D2E1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equipe de marketing precisa adotar uma ferramenta de IA para análise de dados de campanhas.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Estratégia.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Escolher dois membros da equipe para testar a ferramenta em uma campanha secundária.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Treinamento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Após o piloto, realizar um workshop de duas horas com exercícios práticos para toda a equipe.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está em constante evolução. Estar atento às tendências futuras é crucial para manter a vantagem competitiva.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Tendências Atuais e Emergentes.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Acompanhe as inovações que moldarão o panorama da produtividade.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Generativa Avançada: Modelos capazes de criar conteúdo (texto, imagem, vídeo) de alta qualidade.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de Conversação Evoluída: Assistentes virtuais mais inteligentes e contextuais aprimorarão o suporte.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Personalização Extrema: Experiências de usuário e recomendações ultrassegmentadas.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Inteligente de Processos (IPA): Combina IA e RPA para automatizar tarefas complexas.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Explicável (XAI): Torna algoritmos de IA mais transparentes e compreensíveis.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na Análise Preditiva e Prescritiva: Previsão de eventos e recomendação de ações específicas.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o Bem-Estar e Saúde Profissional: Ferramentas que monitoram e apoiam a saúde mental.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da IA no Mercado de Trabalho.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transformará a natureza do trabalho, não eliminará empregos.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automatizará tarefas rotineiras, liberando profissionais para atividades estratégicas.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Novas profissões surgirão e a demanda por habilidades complementares à IA crescerá.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colaboração humano-IA será a norma, com a IA atuando como "copiloto" inteligente.".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tomada de decisão será aprimorada pela IA, baseada em dados e análises complexas.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lifelong learning (aprendizado contínuo) será essencial para a adaptabilidade profissional.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as tendências emergentes da IA podem impactar ou transformar sua área de atuação nos próximos 5 anos?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Preparando-se para o Futuro.. Aja agora para estar à frente das transformações.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Investir no desenvolvimento de habilidades socioemocionais (soft skills), como pensamento crítico.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Manter-se atualizado sobre as novas tecnologias de IA e suas aplicações.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trabalhar em conjunto com sistemas de IA.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Cultivar uma mentalidade de aprendizado contínuo e adaptabilidade.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Buscar oportunidades para aplicar a IA no trabalho, mesmo em pequena escala.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capacitou você a selecionar, implementar e gerenciar ferramentas de IA para produtividade.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importância da identificação de necessidades, critérios de escolha e estratégias para adoção em equipe.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Exploramos as tendências futuras da IA e como se preparar para o impacto no mercado de trabalho.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da ferramenta de IA ideal deve ser baseada em necessidades claras e múltiplos critérios de avaliação.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em equipes exige um plano gradual, treinamento adequado e gestão proativa da mudança.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futuro da IA na produtividade é promissor, com avanços que transformarão o trabalho.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devem desenvolver novas habilidades e adotar uma mentalidade de aprendizado contínuo.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serve como uma aliada estratégica, liberando tempo para atividades de maior valor.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2011680"/>
            <a:ext cx="1097188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F0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905" y="3291840"/>
            <a:ext cx="109718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Inteligência Artificial para Aumentar a Produtividade no Trabalho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5" name="Text 3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para Aumentar a Produtividade no Trabalho</dc:title>
  <dc:subject>PptxGenJS Presentation</dc:subject>
  <dc:creator>EduGenAI v2</dc:creator>
  <cp:lastModifiedBy>EduGenAI v2</cp:lastModifiedBy>
  <cp:revision>1</cp:revision>
  <dcterms:created xsi:type="dcterms:W3CDTF">2026-03-08T19:12:22Z</dcterms:created>
  <dcterms:modified xsi:type="dcterms:W3CDTF">2026-03-08T19:12:22Z</dcterms:modified>
</cp:coreProperties>
</file>