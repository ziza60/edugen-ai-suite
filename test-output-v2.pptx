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na Prática: Aplicações Reais para Profissionais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por EduGenAI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Desmistificando a Inteligência Artificial para Profissionais Não Técnicos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Acessíveis e Sem Código para o Dia a Dia Profissional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Análise de Dados e Geração de Insights Estratégicos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 a Otimização da Experiência do Cliente e do Engajamento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 o Futuro do Trabalho: Oportunidades e Considerações Éticas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Desmistificando a Inteligência Artificial para Profissionais Não Técnicos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Desmistificando a Inteligência Artificial para Profissionais Não Técnicos.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Compreender os conceitos fundamentais da Inteligência Artificial (IA).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Distinguir os principais tipos de IA e suas aplicações práticas.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o impacto transformador da IA em diversas indústrias e o potencial em sua área.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computação. Ela foca na criação de sistemas capazes de realizar tarefas que, tipicamente, exigiriam inteligência humana.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envolve desenvolver algoritmos que permitem às máquinas aprender, raciocinar, perceber, compreender e agir. O objetivo é alcançar metas específicas.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busca aumentar e complementar a inteligência humana. Ela automatiza tarefas repetitivas e complexas, além de identificar padrões difíceis para humanos.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replica capacidades cognitivas humanas em máquinas, como aprendizado e tomada de decisões.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permite que sistemas computacionais resolvam problemas e executem tarefas de forma autônoma.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(Parte 2).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interpreta dados e age sobre eles, com base em um objetivo pré-determinado.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diferenciar IA de automação simples, pois a IA implica capacidade de "pensar" e adaptar.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presente em diversas tecnologias diárias, muitas vezes sem que percebamos.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não é única, 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não é única, mas um campo vasto 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projetada para executar uma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projetada para executar uma tarefa específica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possui inteligência em um domínio mu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possui inteligência em um domínio muito limitado, sem ap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Exemplos incluem assistentes de voz, sistemas de recomendação e filtros de spam.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maioria das aplicações de IA atuais são exemplos de IA fraca.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/ Tipos (Parte 2).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não realiza tarefas fora de sua programação original ou do contexto de treinamento.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é um subcampo da IA que permite aos sistemas aprender a partir de dados.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identifica padrões em grandes volumes de dados para fazer previsões ou tomar decisões.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o motor por trás de muitas aplicações de IA, como reconhecimento facial e detecção de fraudes.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Tipos de aprendizado incluem supervisionado, não supervisionado e por reforço.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/ Tipos (Parte 3).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dos dados de treinamento é crucial para o desempenho dos modelos de ML.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é um subcampo do Machine Learning que usa redes neurais artificiais de várias camadas.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Inspirado no cérebro humano, permite aprender representações de dados em vários níveis.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eficaz para tarefas complexas como reconhecimento de imagem e processamento de linguagem natural.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 grandes volumes de dados e poder computacional significativo para treinamento.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/ Tipos (Parte 4).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Deep Learning alcançaram resultados impressionantes em visão computacional.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PLN é um ramo da IA que permite aos computadores entender, interpretar e gerar linguagem humana.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a comunicação entre humanos e máquinas de forma mais natural e intuitiva.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incluem chatbots, tradução automática, análise de sentimentos e sumarização de textos.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para assistentes virtuais como Siri, Alexa e Google Assistant.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/ Tipos (Parte 5).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PLN busca resolver a complexidade da linguagem humana, incluindo suas nuances.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Computacional é um campo da IA que treina computadores para "ver" e interpretar o mundo visual.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 máquinas a processar, analisar e compreender imagens e vídeos.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Usada em reconhecimento facial, detecção de objetos, carros autônomos e diagnósticos médicos.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automatização de inspeções de qualidade e o monitoramento em tempo real.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Acessíveis e Sem Código para o Dia a Dia Profissional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Ferramentas de IA Acessíveis e Sem Código para o Dia a Dia Profissional.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Navegar pelo universo das ferramentas de Inteligência Artificial que não exigem programação.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Capacitar profissionais para incorporar a IA em suas rotinas de trabalho, independentemente da formação técnica.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Otimizar processos e facilitar a tomada de decisões através do uso estratégico de IA acessível.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democratização da Inteligência Artificial (IA) é uma realidade. Ferramentas No-Code (sem código) e Low-Code (baixo código) tornaram a IA acessível a todos.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plataformas oferecem interfaces intuitivas e funcionalidades prontas para uso.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que profissionais não técnicos aproveitem o poder da 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usar a IA para aumentar a produtividade e a eficiência profissional.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No-Code e Low-Code simplifica o desenvolvimento e uso de soluções inteligentes.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No-Code: Permite criar soluções de IA sem escrever código.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Low-Code: Oferece uma base visual, com opção de código customizado para refinamentos.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abordagens aceleram o desenvolvimento e reduzem custos.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a criação de soluções próprias, quebrando barreiras técnicas.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 Desenvolvimento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 Desenvolvimento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exige conhecimento de programação.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exige conhecimento de programação.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 algum conhecimento técnico para 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 algum conhecimento técnico para personalização.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Visual, "arrastar e soltar", 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Visual, "arrastar e soltar", formulários.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Principalmente visual, com blocos de cód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Principalmente visual, com blocos de código para ajustes.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🛠️ Flexibilidade.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Limitada às funcionalidades pré-configuradas.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Maior flexibilidade, permite personalização avançada.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Muito mais rápido para implementação de soluções simples.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rápido que o desenvolvimento tradicional, mas exige mais tempo que No-Code.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não técnicos, usuários de negócios.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cidadãos, equipes de TI com foco em agilidade.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Categorias de Ferramentas de IA Acessíveis.. 💬 Assistentes Virtuais e Chatbots.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que simulam conversas humanas por texto ou voz.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Melhoram atendimento ao cliente, suporte interno e automação de FAQ.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✍️ Automação de Texto e Geração de Conteúdo.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Utilizam Modelos de Linguagem para gerar, resumir e refinar textos.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Agilizam a criação de conteúdo, superam bloqueios criativos e otimizam a comunicação.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Análise de Dados e Visualização.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que usam IA para identificar padrões e tendências em dados.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Melhoram a tomada de decisões, identificam oportunidades e otimizam estratégias.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🔄 Automação de Fluxos de Trabalho (RPA).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 que imitam ações humanas para automatizar tarefas repetitivas.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Aumentam a eficiência operacional, reduzem erros e liberam colaboradores.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👁️ Reconhecimento de Imagem e Visão Computacional.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Soluções que analisam imagens e vídeos para identificar e entender conteúdo.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Otimizam inventário, melhoram segurança ou categorizam mídias visuais.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Vamos ver alguns exemplos de ferramentas populares em cada categoria.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chatbots para sites, Facebook Messenger e WhatsApp via arrastar e soltar.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Focado em marketing e vendas, automatiza conversas no Facebook Messenger e Instagram DMs.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Geração de Insights Estratégicos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IA para Análise de Dados e Geração de Insights Estratégicos.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Entender como a Inteligência Artificial revoluciona a análise de dados.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Desenvolver a capacidade de extrair insights valiosos e identificar tendências ocultas com IA.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conhecimento para embasar decisões estratégicas com precisão e agilidade.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democratiza a análise de dados, tornando-a acessível a profissionais não técnicos.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com IA para não técnicos simplifica a extração de informações significativas. Ferramentas e plataformas de IA traduzem algoritmos complexos em ações intuitivas.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Interfaces simplificadas são pilares fundamentais das ferramentas de IA para não técnicos.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com IA utilizam funções como arrastar e soltar para facilitar o uso.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consegue identificar padrões e anomalias invisíveis aos métodos tradicionais.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podem focar no "porquê" e no "como" usar a informação.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(Parte 2).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capacidade da IA de processar grandes volumes de dados (Big Data) em tempo recorde é um diferencial.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varre petabytes de dados em busca de informações relevantes.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descobre correlações não óbvias entr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descobre correlações não óbvias entre variáveis diversas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Economiza tempo e recursos pela automaçã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Economiza tempo e recursos pela automação da análise.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Dashboards interativos e insights com 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Dashboards interativos e insights com 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🔗 Conectividade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🔗 Conectividade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Power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Conexão com diversas fontes, ML.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Looker Studio.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 e painéis intuitivos e gratuitos.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self-service e associações inteligentes.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Analytics Cloud.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BI, planejamento e análises preditivas na nuvem.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uma empresa de e-commerce que usa IA para analisar o histórico de compras de seus clientes.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automação da análise de dados por IA poderia otimizar as decisões estratégicas em sua própria área de atuação, transformando a forma como você.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é aplicada em diversas indústrias para análise de dados, gerando insights estratégicos. Ela melhora a tomada de decisão e a eficiência operacional.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e Vendas.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recomenda produtos personalizados e otimiza campanhas de marketing. Ela usa o histórico de navegação para aumentar o valor do carrinho.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Financeira.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 de IA detectam fraudes, identificam despesas excessivas e projetam o fluxo de caixa. Eles otimizam decisões sobre investimentos.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Humanos.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agiliza a triagem de currículos e identifica padrões de sucesso para prever desempenho de candidatos. Ela melhora a retenção de talentos.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analisam dados de pacientes e identificam propensão a doenças, permitindo intervenções preventivas. Eles personalizam tratamentos.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(Parte 2).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Educação: A IA analisa o desempenho de alunos, identifica pontos fracos e fortes. Ela permite criar planos de aprendizado personalizados.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consegue também reconhecer tendências e padrões ocultos, que não são imediatamente aparentes.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preveem a sazonalidade de produtos com base em históricos.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marketing, a IA identifica padrões de engajamento em plataformas digitais.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detecção de desvios em padrões normais indica problemas ou oportunidades.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(Parte 3).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reconhecimento facial em vídeos de segurança é um exemplo de identificação visual.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e a Otimização da Experiência do Cliente e do Engajamento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IA e a Otimização da Experiência do Cliente e do Engajamento.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Compreender como a IA transforma a experiência do cliente (CX) e o engajamento.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Identificar aplicações práticas da IA para personalizar ofertas e otimizar o atendimento.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aplicar soluções de IA em CX, mesmo sem formação técnica aprofundada.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Experiência do Cliente (CX) refere-se à percepção geral de um cliente sobre a interação com uma empresa.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a CX em diversas frentes:.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Dados: Processa grandes volumes de informações do cliente para identificar padrões.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Personalização: Adapta ofertas, mensagens e conteúdo com base no comportamento individual.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Automação: Gerencia tarefas repetitivas, como atendimento a dúvidas frequentes, com chatbots.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Previsão: Antecipa necessidades do cliente, comportamentos de compra e potenciais problemas.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(Parte 2).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Monitoramento: Acompanha feedback e sentimentos em tempo real em várias plataformas.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Programas que simulam conversas humanas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Programas que simulam conversas humanas via texto ou voz.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Capacitam múltiplos sistemas e oferecem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Capacitam múltiplos sistemas e oferecem diversas funcionalid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Disponibilidade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Disponibilidade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Atendem 24/7, garantindo suporte constan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Atendem 24/7, garantindo suporte constante.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Integrações em smart speakers e apps mai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Integrações em smart speakers e apps mais complexos.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Resolução de dúvidas comuns, encaminhamento inteligente.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Agendamento de compromissos, controle de dispositivos, busca de informações.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Geralmente focados em tarefas específicas e rotineiras.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Capazes de lidar com conversas mais complexas e multitarefas.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 de banco verifica saldo ou redefine senhas.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Siri, Google Assistant, Alexa.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cliente compra livros de ficção científica em uma livraria online. Uma IA identifica esse padrão de compra.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reais.. Personalização de Ofertas.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de e-commerce usam IA para recomendar produtos com base no histórico de compras e navegação do usuário.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Atendimento Automatizado.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chatbot em um site de banco auxilia clientes a verificar o saldo, redefinir senhas ou consultar extratos sem intervenção humana.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empresa de software analisa comentários de usuários sobre uma nova atualização.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Engajamento em Streaming.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como Netflix usam IA para recomendar filmes e séries. As recomendações são baseadas no histórico de visualizações e classificações.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precisão das análises da IA depende da qualidade dos dados de entrada. Dados imprecisos resultam em insights distorcidos.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dados. Isso pode levar a experiências de cliente injustas ou ineficazes.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Manutenção do Toque Humano: Embora a IA automatize, o equilíbrio com a interação humana é crucial. A empatia e o cuidado humano são insubstituíveis em certas situações.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do Cliente: O uso de IA para coletar e analisar dados levanta questões de privacidade. É fundamental garantir conformidade com regulamentações como a LGPD.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Super-Automação: Automatizar demais pode remover oportunidades de conexão humana. Isso pode afetar negativamente a percepção de valor do cliente.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 (Parte 2).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soluções de IA que você conheceu neste módulo poderiam ser aplicadas para resolver um desafio real de CX na sua área de atuação ou em uma.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como a Inteligência Artificial revoluciona a Experiência do Cliente (CX) e o engajamento.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e o Futuro do Trabalho: Oportunidades e Considerações Éticas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IA e o Futuro do Trabalho: Oportunidades e Considerações Éticas.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Compreender o impacto da IA na transformação do mercado de trabalho e nas estruturas ocupacionais.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Identificar as principais oportunidades e novas funções que surgem com o avanço da inteligência artificial.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Refletir criticamente sobre as considerações éticas e a responsabilidade no uso da IA no ambiente profissional.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força transformadora que redefine as estruturas ocupacionais.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remodela o mercado de trabalho, automatizando tarefas e criando novas demandas.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 transformação exige adaptação contínua de profissionais e empresas.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de tarefas rotineiras libera trabalhadores para funções mais estratégicas.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impulsiona a necessidade de novas habilidades no mercado de trabalho.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(Parte 2).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Novos setores e funções emergem como consequência do avanço da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Adaptabilidade e resiliência são qualidades indispensáveis para o profissional do futuro.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humanos e IA não se baseia em substituição, mas em simbiose. Combina as capacidades analíticas da IA com a criatividade e o pensamento crítico humanos.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6459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intuição humana aliada ao processament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intuição humana aliada ao processamento da IA cria um pote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Humanos podem focar em tarefas de alto 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Humanos podem focar em tarefas de alto valor, delegando o 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ferramenta de suporte, nã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ferramenta de suporte, não como substituto 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interação eficaz com sistemas de IA 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interação eficaz com sistemas de IA aprimora a tomada de 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(Parte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(Parte 2)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que dominam essa colaboração terão uma vantagem competitiva.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um escritório de advocacia, a IA pode analisar milhares de documentos em segundos. Ela identifica precedentes relevantes rapidamente.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Funções Impulsionadas pela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👩‍💻 Tecnologia.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Engenheiros de Prompt: Otimizam interação com modelos de IA.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Especialistas em Ética da IA: Garantem uso responsável e justo.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Cientistas de Dados: Gerenciam e interpretam grandes volumes de informações.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Curadores de Conteúdo de IA: Organizam dados para alimentar algoritmos.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Designers de UX para IA: Focam na interface intuitiva para sistemas inteligentes.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prosperar no futuro do trabalho impulsionado pela IA, habilidades-chave se tornam valiosas. Elas vão além da técnica, focando na inovação humana e relacionamento.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Pensamento Crítico e Resolução de Problemas: Capacidade de analisar situações complexas e encontrar soluções inovadoras.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Criatividade e Inovação.. Habilidade de gerar novas ideias e abordagens únicas.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Emocional.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Compreensão e gestão de emoções, fundamental para a colaboração.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Colaboração e Comunicação.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Aptidão para trabalhar eficazmente em equipes e transmitir ideias.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(Parte 2).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Alfabetização em IA (Literacy): Compreensão básica de como a IA funciona e seus potenciais.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Adaptabilidade e Aprendizagem Contínua: Disposição para adquirir novas habilidades e se ajustar a mudanças.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gerente que entende como a IA pode analisar dados de vendas se torna mais eficaz. Ele formula estratégias aliando sua visão de mercado à análise de dados fornecida.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inserção da IA no ambiente de trabalho levanta questões éticas importantes. A garantia de um uso justo, transparente e responsável é fundamental.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e Discriminação: Algoritmos podem perpetuar preconceitos se não forem bem projetados.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de Dados: A coleta e o uso de dados por IA exigem rigorosas políticas de proteção.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na Prática: Aplicações Reais para Profissionais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2026-03-08T05:13:49Z</dcterms:created>
  <dcterms:modified xsi:type="dcterms:W3CDTF">2026-03-08T05:13:49Z</dcterms:modified>
</cp:coreProperties>
</file>