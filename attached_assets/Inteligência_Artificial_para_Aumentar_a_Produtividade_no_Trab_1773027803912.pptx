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</p:sldIdLst>
  <p:notesMasterIdLst>
    <p:notesMasterId r:id="rId10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notesMaster" Target="notesMasters/notesMaster1.xml"/><Relationship Id="rId109" Type="http://schemas.openxmlformats.org/officeDocument/2006/relationships/presProps" Target="presProps.xml"/><Relationship Id="rId110" Type="http://schemas.openxmlformats.org/officeDocument/2006/relationships/viewProps" Target="viewProps.xml"/><Relationship Id="rId111" Type="http://schemas.openxmlformats.org/officeDocument/2006/relationships/theme" Target="theme/theme1.xml"/><Relationship Id="rId1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6705432" y="2057400"/>
            <a:ext cx="609584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162495" y="228600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37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577840"/>
            <a:ext cx="3200400" cy="137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27432" cy="4480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" cy="146304"/>
          </a:xfrm>
          <a:prstGeom prst="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53312"/>
            <a:ext cx="274320" cy="146304"/>
          </a:xfrm>
          <a:prstGeom prst="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09344"/>
            <a:ext cx="274320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865376"/>
            <a:ext cx="274320" cy="146304"/>
          </a:xfrm>
          <a:prstGeom prst="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121408"/>
            <a:ext cx="274320" cy="146304"/>
          </a:xfrm>
          <a:prstGeom prst="rect">
            <a:avLst>
              <a:gd name="adj" fmla="val 18750"/>
            </a:avLst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7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 COMPLETO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1920240"/>
            <a:ext cx="670543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para Aumentar a Produtividade no Trabalho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1097280" y="512064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9997135" y="457200"/>
            <a:ext cx="548640" cy="548640"/>
          </a:xfrm>
          <a:prstGeom prst="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54335" y="1188720"/>
            <a:ext cx="822960" cy="822960"/>
          </a:xfrm>
          <a:prstGeom prst="rect">
            <a:avLst>
              <a:gd name="adj" fmla="val 4444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11535" y="1920240"/>
            <a:ext cx="1097280" cy="1097280"/>
          </a:xfrm>
          <a:prstGeom prst="rect">
            <a:avLst>
              <a:gd name="adj" fmla="val 3333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53949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448495" y="6263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2026-03-09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1/2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5501488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45920"/>
            <a:ext cx="3557930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3557930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79222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952" y="2423160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" y="2907792"/>
            <a:ext cx="1778965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999232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Inteligência Artificial (IA).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77970" y="369417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6882" y="1645920"/>
            <a:ext cx="3557930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316882" y="1645920"/>
            <a:ext cx="3557930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1474" y="179222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481474" y="2423160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1474" y="2907792"/>
            <a:ext cx="1778965" cy="1097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481474" y="2999232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como a Inteligência Artificial otimiza a comunicação e a gestão da informação.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00493" y="369417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039405" y="1645920"/>
            <a:ext cx="3557930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9405" y="1645920"/>
            <a:ext cx="3557930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8203997" y="179222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59669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8203997" y="2423160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03997" y="2907792"/>
            <a:ext cx="1778965" cy="1097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203997" y="2999232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utilizar ferramentas de Inteligência Artificial para agilizar o processo de criação.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323015" y="369417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096512"/>
            <a:ext cx="3557930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4096512"/>
            <a:ext cx="3557930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" y="42428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7706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758952" y="4873752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58952" y="5358384"/>
            <a:ext cx="1778965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" y="5449824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a utilização de ferramentas de IA para otimizar a tomada de decisões em contextos.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77970" y="614476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4316882" y="4096512"/>
            <a:ext cx="3557930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37" name="Shape 35"/>
          <p:cNvSpPr/>
          <p:nvPr/>
        </p:nvSpPr>
        <p:spPr>
          <a:xfrm>
            <a:off x="4316882" y="4096512"/>
            <a:ext cx="3557930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4481474" y="42428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91B2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200" dirty="0"/>
          </a:p>
        </p:txBody>
      </p:sp>
      <p:sp>
        <p:nvSpPr>
          <p:cNvPr id="39" name="Text 37"/>
          <p:cNvSpPr/>
          <p:nvPr/>
        </p:nvSpPr>
        <p:spPr>
          <a:xfrm>
            <a:off x="4481474" y="4873752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481474" y="5358384"/>
            <a:ext cx="1778965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481474" y="5449824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IA na otimização de rotinas de trabalho e pessoais.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00493" y="614476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Shape 41"/>
          <p:cNvSpPr/>
          <p:nvPr/>
        </p:nvSpPr>
        <p:spPr>
          <a:xfrm>
            <a:off x="8039405" y="4096512"/>
            <a:ext cx="3557930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44" name="Shape 42"/>
          <p:cNvSpPr/>
          <p:nvPr/>
        </p:nvSpPr>
        <p:spPr>
          <a:xfrm>
            <a:off x="8039405" y="4096512"/>
            <a:ext cx="3557930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8203997" y="42428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8203997" y="4873752"/>
            <a:ext cx="322874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203997" y="5358384"/>
            <a:ext cx="1778965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8203997" y="5449824"/>
            <a:ext cx="322874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éticos e de segurança essenciais no uso da Inteligência Artificial.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323015" y="61447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 PROGRAMÁTICO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 ·  2/2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18288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11002975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45920"/>
            <a:ext cx="11002975" cy="2286000"/>
          </a:xfrm>
          <a:prstGeom prst="roundRect">
            <a:avLst>
              <a:gd name="adj" fmla="val 4000"/>
            </a:avLst>
          </a:prstGeom>
          <a:solidFill>
            <a:srgbClr val="132035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11002975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179222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952" y="2423160"/>
            <a:ext cx="10673791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" y="2907792"/>
            <a:ext cx="5501488" cy="1097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2999232"/>
            <a:ext cx="10673791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Selecionar e implementar ferramentas de IA de forma eficaz no dia a dia profissional.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323015" y="369417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7C3AED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Inteligência Artificial (IA).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os principais tipos e aplicações da IA no contexto profissional.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estratégias para aproveitar os benefícios da IA na otimização da produtividade.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 campo da ciência da computação que desenvolve máquinas capazes de executar tarefas que normalmente exigem inteligência humana.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549691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principal objetivo é simular as habilidades cognitivas humanas para resolver problemas e otimizar processos.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7580" y="2944368"/>
            <a:ext cx="5496916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559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Embora complexa, a IA está presente em nosso cotidiano, desde assistentes de voz até recomendações personalizadas.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5496916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Execução de tarefas repetitivas e baseadas em regras por máquinas, sem intervenção humana.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7580" y="1536192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7580" y="1536192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7580" y="1920240"/>
            <a:ext cx="5496916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65596" y="1591056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Aprendizado (aprendizado de máquina)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5596" y="2084832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Capacidade dos sistemas de aprenderem a partir de dados, identificando padrões e realizando previsões.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968496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68496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352544"/>
            <a:ext cx="5496916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023360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Raciocínio Lógico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" y="4517136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de informações para chegar a conclusões, simulando o raciocínio humano.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7580" y="3968496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7580" y="3968496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7580" y="4352544"/>
            <a:ext cx="5496916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365596" y="4023360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Percepção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4517136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Interpretação de dados sensoriais (como imagens ou sons) para compreender o ambiente.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7" name="Text 2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Natural: Avanço da IA na compreensão e geração de linguagem humana.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2675306" cy="3502152"/>
          </a:xfrm>
          <a:prstGeom prst="roundRect">
            <a:avLst>
              <a:gd name="adj" fmla="val 205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267530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241927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Virtuais: Siri, Alexa e Google Assistant respondem a comandos de voz.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5970" y="2944368"/>
            <a:ext cx="2675306" cy="3502152"/>
          </a:xfrm>
          <a:prstGeom prst="roundRect">
            <a:avLst>
              <a:gd name="adj" fmla="val 205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5970" y="2944368"/>
            <a:ext cx="2675306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569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3986" y="3355848"/>
            <a:ext cx="241927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Recomendação: Netflix e Spotify utilizam IA para sugerir conteúdo baseado em hábitos.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7580" y="2944368"/>
            <a:ext cx="2675306" cy="3502152"/>
          </a:xfrm>
          <a:prstGeom prst="roundRect">
            <a:avLst>
              <a:gd name="adj" fmla="val 205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7580" y="2944368"/>
            <a:ext cx="2675306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65596" y="3355848"/>
            <a:ext cx="241927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de Spam: E-mails usam IA para identificar e bloquear mensagens indesejadas.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9189" y="2944368"/>
            <a:ext cx="2675306" cy="3502152"/>
          </a:xfrm>
          <a:prstGeom prst="roundRect">
            <a:avLst>
              <a:gd name="adj" fmla="val 205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9189" y="2944368"/>
            <a:ext cx="2675306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9168917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87205" y="3355848"/>
            <a:ext cx="241927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Reconhecimento Facial: Presente em celulares e sistemas de segurança para identificar pessoas.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6" name="Text 24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IA Fraca (Narrow AI)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IA Forte (General AI)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Capacidade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Projetada para tarefas específicas.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Possui inteligência em nível humano ou superior.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🌐 Consciência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possui consciência, emoções ou inteligência geral.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Capaz de aprender, raciocinar e compreender tarefas complexas.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🌍 Prevalência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 a forma de IA mais comum e difundida atualmente.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Conceito teórico, objetivo de pesquisa de longo prazo.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Exemplos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Carros autônomos, assistentes de voz, mecanismos de recomendação.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existem sistemas em funcionamento no mundo real.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8" name="Text 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tem um vasto potencial para aumentar a produtividade no trabalho, impulsionando profissionais de diversas áreas.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automatiza tarefas, otimiza processos e oferece percepções valiosas.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podem ser classificados e respondidos com base em seu conteúdo.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05784"/>
            <a:ext cx="361584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Planilhas de dados podem ser analisadas e preenchidas automaticamente pela IA.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56506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6506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4356506" y="3605784"/>
            <a:ext cx="361584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484522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84522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Rotinas administrativas, como agendamento de reuniões, podem ser simplificadas.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18653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8653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18653" y="3605784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246669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46669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RPA (Robotic Process Automation) executam tarefas altamente repetitivas.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4907280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907280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" y="5291328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4962144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" y="5455920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tempo para que os colaboradores se concentrem em atividades estratégicas.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2" name="Text 4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696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grandes volumes de dados para identificar gargalos e ineficiências.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percepções baseadas em dados para apoiar decisões mais assertivas e rápidas.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279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" y="3904488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Projeções de vendas e análises de mercado são aprimoradas com modelos preditivos.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54498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449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6696" y="5074920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podem otimizar rotas de entrega ou alocação de recursos.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1588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1588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03924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a criação de fluxos de trabalho eficientes e eficazes.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1588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301588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3924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e assistentes virtuais fornecem suporte ao cliente 24/7 de forma eficiente.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1588" y="4279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1588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3924" y="3904488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 ofertas e comunicações altamente personalizadas para clientes.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 a experiência do usuário, tornando interações mais rápidas e relevantes.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sentimentos monitoram a satisfação do cliente em tempo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 em maior satisfação do cliente e fidelização.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05784"/>
            <a:ext cx="361584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auxiliam na criação de textos, resumos e roteiros.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56506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6506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4356506" y="3605784"/>
            <a:ext cx="361584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484522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84522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Traduz documentos e comunicações para múltiplos idiomas rapidamente.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18653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8653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18653" y="3605784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246669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46669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tendências e informações relevantes em grandes massas de texto.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4907280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907280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" y="5291328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4962144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" y="5455920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revisão gramatical e ortográfica em documentos e apresentações.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2" name="Text 4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relatórios e dashboards concisos com base em dados complexos.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1734769" cy="3502152"/>
          </a:xfrm>
          <a:prstGeom prst="roundRect">
            <a:avLst>
              <a:gd name="adj" fmla="val 316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1734769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1478737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o processo de recrutamento, filtrando currículos e identificando candidatos.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75433" y="2944368"/>
            <a:ext cx="1734769" cy="3502152"/>
          </a:xfrm>
          <a:prstGeom prst="roundRect">
            <a:avLst>
              <a:gd name="adj" fmla="val 316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5433" y="2944368"/>
            <a:ext cx="1734769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585161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03449" y="3355848"/>
            <a:ext cx="1478737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preditivas ajudam a antecipar a rotatividade de funcionários e gerenciar equipes.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56506" y="2944368"/>
            <a:ext cx="1734769" cy="3502152"/>
          </a:xfrm>
          <a:prstGeom prst="roundRect">
            <a:avLst>
              <a:gd name="adj" fmla="val 316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6506" y="2944368"/>
            <a:ext cx="1734769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46623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84522" y="3355848"/>
            <a:ext cx="1478737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personalizam trilhas de aprendizado e desenvolvimento profissional.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7580" y="2944368"/>
            <a:ext cx="1734769" cy="3502152"/>
          </a:xfrm>
          <a:prstGeom prst="roundRect">
            <a:avLst>
              <a:gd name="adj" fmla="val 316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7580" y="2944368"/>
            <a:ext cx="1734769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65596" y="3355848"/>
            <a:ext cx="1478737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do engajamento dos colaboradores através da análise de dados internos.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18653" y="2944368"/>
            <a:ext cx="1734769" cy="3502152"/>
          </a:xfrm>
          <a:prstGeom prst="roundRect">
            <a:avLst>
              <a:gd name="adj" fmla="val 316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8653" y="2944368"/>
            <a:ext cx="1734769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8381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46669" y="3355848"/>
            <a:ext cx="1478737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consolidação de feedbacks e a criação de planos de ação.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99726" y="2944368"/>
            <a:ext cx="1734769" cy="3502152"/>
          </a:xfrm>
          <a:prstGeom prst="roundRect">
            <a:avLst>
              <a:gd name="adj" fmla="val 316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9726" y="2944368"/>
            <a:ext cx="1734769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1010945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127742" y="3355848"/>
            <a:ext cx="1478737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Quais tarefas no seu dia a dia profissional são repetitivas e poderiam ser automatizadas por uma ferramenta de IA?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4" name="Text 32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5010912"/>
          </a:xfrm>
          <a:prstGeom prst="roundRect">
            <a:avLst>
              <a:gd name="adj" fmla="val 1460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4864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4791456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Mesmo sem ter conhecimento em programação, profissionais de diversas áreas podem aproveitar os benefícios da IA.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3" name="Text 11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11094415" cy="54864"/>
          </a:xfrm>
          <a:prstGeom prst="rect">
            <a:avLst>
              <a:gd name="adj" fmla="val 133333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82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2376" y="2011680"/>
            <a:ext cx="1083838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 Marketing: Personaliza campanhas, analisa tendências de consumo e otimiza conteúdo para SEO.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aproveitar a IA de forma estratégica, é essencial estar atento a como ela pode ser integrada ao seu trabalho.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578608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você trabalhe de maneira mais inteligente.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5" name="Text 13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Chave para 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506060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5506060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Tarefas Repetitivas: Observe quais tarefas em seu dia a dia profissional poderiam ser automatizadas.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80964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6228436" y="1508760"/>
            <a:ext cx="5506060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8436" y="1508760"/>
            <a:ext cx="5506060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374740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74740" y="2130552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Ferramentas Existentes: Pesquise softwares e aplicações já disponíveis que utilizam IA e que podem ser úteis.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82696"/>
            <a:ext cx="5506060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282696"/>
            <a:ext cx="5506060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40664" y="3904488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em Otimização: Considere como a IA poderia otimizar um processo atualmente demorado ou ineficiente.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80964" y="4727448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28436" y="3282696"/>
            <a:ext cx="5506060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8436" y="3282696"/>
            <a:ext cx="5506060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374740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374740" y="3904488"/>
            <a:ext cx="521345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Mantenha-se Informado: Acompanhe as novidades e tendências da IA para identificar novas oportunidades de aplicação.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515039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fundamentos da Inteligência Artificial, entendendo seus conceitos essenciais e diferentes tipos, com foco na IA Fraca como a mais presente.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como a IA atua como um catalisador para aumentar a produtividade no ambiente de trabalho.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profissionais podem automatizar, otimizar e inovar suas tarefas independentemente da área de atuação.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máquinas simulem capacidades cognitivas humanas.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especializada para tarefas específicas e é a mais comum atualmente.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de máquina é um campo crucial da IA que permite sistemas aprenderem com dados.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repetitivas, liberando tempo para atividades estratégicas e criativas.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otimiza processos, fornecendo percepções para decisões mais inteligentes e baseadas em dados.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7274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06461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252765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proporciona benefícios em diversas áreas, independentemente da expertise técnica do profissional.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515039" y="472744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2563EB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como a Inteligência Artificial otimiza a comunicação e a gestão da informação.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habilidades para aplicar ferramentas de IA em tarefas de e-mails, agendamentos e documentos.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a IA para extrair informações relevantes e aprimorar a produtividade no trabalho.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aumentar a eficiência, reduzir tarefas repetitivas e permitir maior atenção a atividades estratégicas.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549691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tecnologias de IA usam algoritmos e aprendizado de máquina para automatizar, organizar e analisar grandes volumes de dados.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7580" y="2944368"/>
            <a:ext cx="5496916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559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final, você terá clareza sobre como incorporar essas ferramentas para novos níveis de produtividade.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a gestão da informação são pilares essenciais para a produtividade.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o volume crescente de dados, a Inteligência Artificial (IA) otimiza esses processos, transformando o dia a dia profissional.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apresentará soluções práticas para gerir e-mails, agendamentos, documentos e a extração de informações.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oferece soluções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inovadoras para transformar a gestão de e-mails, tornando-a mais eficiente e menos estressante.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Limpeza em massa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 e arquiva e-mails antigos ou desnecessários.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Isso contribui para um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ambiente digital mais organizado.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2515286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59597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9597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 de recursos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Algumas ferramentas permitem a reserva de salas e equipamentos automaticamente, centralizando informações do evento.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2221992"/>
            <a:ext cx="2515286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188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188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Indexação eficiente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que documentos sejam facilmente localizados por palavras-chave, melhorando a relevância da busca.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2221992"/>
            <a:ext cx="2515286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79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779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documentos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Processamento de Linguagem Natural (PLN) analisam textos extensos e sintetizam os pontos principais.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2221992"/>
            <a:ext cx="2515286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3700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37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Isso gera resumos concisos.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0" name="Text 3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0378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Maria, gerente de marketing, tem sua caixa de entrada sempre lotada e perde muito tempo agendando reuniões com fornecedores de diferentes fusos horários.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2683764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56916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830068"/>
            <a:ext cx="54864" cy="10378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56916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866644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756916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economiza horas diárias, reduzindo o estresse e dedicando mais tempo a iniciativas criativas e estratégicas.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032504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105656"/>
            <a:ext cx="54864" cy="10378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32504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142232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032504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configura seu cliente de e-mail com regras inteligentes de IA, que movem e-mails de newsletters para uma pasta específica e priorizam mensagens de clientes.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 rot="2700000">
            <a:off x="941832" y="5234940"/>
            <a:ext cx="5486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5308092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5381244"/>
            <a:ext cx="54864" cy="10378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08092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5417820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5308092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agendamentos, ela usa um assistente de IA que se integra ao seu calendário e aos calendários dos fornecedores.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1" name="Text 2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adaptação: A resistência à mudança por parte dos colaboradores pode dificultar a implementação de novas ferramentas.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36677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42163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39420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depende de dados de entrada de qualidade; dados imprecisos ou incompletos podem gerar resultados insatisfatórios.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19735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25221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478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e segurança: Ferramentas de IA que processam comunicações e documentos exigem atenção rigorosa à privacidade dos dados e à segurança da informação.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02793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08279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05536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Curva de aprendizado: Embora visem simplificar, algumas ferramentas podem ter uma curva de aprendizado inicial que exige tempo e treinamento.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85851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91337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88594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Excesso de confiança: A dependência excessiva na IA pode levar à negligência da revisão humana, perdendo percepções originais ou detectando erros.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68909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74395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7165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de tarefas repetitivas, como a triagem de e-mails, poderia impactar positivamente seu foco em atividades estratégicas no dia a dia?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7" name="Text 2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as ferramentas de Inteligência Artificial otimizam a gestão de comunicação e informação.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aplicação da IA na organização de e-mails, agendamento inteligente, gestão de documentos e extração rápida de informações, salientando seu potencial para revolucionar.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não técnicos podem aproveitar essas inovações para focar em tarefas de maior valor e promover a eficiência.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 em e-mails, liberando tempo para atividades estratégicas.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inteligentes de agendamento eliminam conflitos de horário e melhoram a coordenação.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gestão de documentos com IA permite categorização automática, busca eficiente e maior segurança.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extração de informações por IA acelera a análise de dados, oferecendo resumos e percepções concisos.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adoção dessas ferramentas de IA impulsiona a eficiência e produtividade individual e coletiva.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7274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06461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252765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áreas chave transforma o dia a dia profissional, tornando-o mais organizado.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515039" y="472744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059669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utilizar ferramentas de Inteligência Artificial para agilizar o processo de criação de conteúdo.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habilidade de gerar textos de alta qualidade, como e-mails, relatórios e posts para redes sociais.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a IA para otimizar a redação, garantindo maior qualidade textual e produtividade.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(IA), por meio de modelos de linguagem avançados (LLMs), transformou a interação com textos.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361584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ferramentas analisam grandes volumes de dados textuais.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944368"/>
            <a:ext cx="361584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6623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4522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compreendem padrões, estilos e contextos. Consequentemente, podem gerar textos coesos e relevantes.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8653" y="2944368"/>
            <a:ext cx="361584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8381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46669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vezes, esses textos são indistinguíveis da produção humana.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7942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" y="1417320"/>
            <a:ext cx="45720" cy="961949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417320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1E2F44"/>
          </a:solidFill>
          <a:ln/>
        </p:spPr>
      </p:sp>
      <p:sp>
        <p:nvSpPr>
          <p:cNvPr id="11" name="Text 9"/>
          <p:cNvSpPr/>
          <p:nvPr/>
        </p:nvSpPr>
        <p:spPr>
          <a:xfrm>
            <a:off x="1152144" y="1417320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na escrita e criação de conteúdo opera por meio de algoritmos complexos.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814523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6696" y="2452421"/>
            <a:ext cx="45720" cy="96194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2416" y="2452421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144" y="2452421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Eles processam prompts (instruções) fornecidos pelo usuário.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849624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6696" y="3487522"/>
            <a:ext cx="45720" cy="96194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3487522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1E2F44"/>
          </a:solidFill>
          <a:ln/>
        </p:spPr>
      </p:sp>
      <p:sp>
        <p:nvSpPr>
          <p:cNvPr id="21" name="Text 19"/>
          <p:cNvSpPr/>
          <p:nvPr/>
        </p:nvSpPr>
        <p:spPr>
          <a:xfrm>
            <a:off x="1152144" y="34875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nesses prompts e em seu vasto treinamento, a IA gera o texto desejado.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4884725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" y="4522622"/>
            <a:ext cx="45720" cy="96194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416" y="4522622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0F1923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" y="45226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 processo envolve a seleção de palavras, a construção de frases e a estruturação de parágrafos.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" y="591982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6696" y="5557723"/>
            <a:ext cx="45720" cy="96194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2416" y="5557723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1E2F44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144" y="5557723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produzir um conteúdo que atenda aos requisitos especificados.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3" name="Text 31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2228027"/>
                <a:gridCol w="2228027"/>
                <a:gridCol w="2228027"/>
                <a:gridCol w="2228027"/>
                <a:gridCol w="2228027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Critério 🚀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Geradores de Texto Puros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Ferramentas de Marketing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Assistentes de Escrita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Transcrição/Sumarização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Função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conteúdo a partir de prompts.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Modelos específicos para marketing.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Aprimora textos existentes.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Converte áudio, resume documentos.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Exemplos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ChatGPT, Google Gemini, Claude.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Jasper, Copy.ai.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Grammarly, QuillBot.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Otter.ai, Fireflies.ai.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Conteúdos variados, como artigos e scripts.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Posts de blog, anúncios, descrições de produtos.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Correção gramatical, estilo, clareza.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Atas de reunião, longos documentos.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8" name="Text 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5496916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objetividade e economia de tempo.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7580" y="1536192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7580" y="1536192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7580" y="1920240"/>
            <a:ext cx="5496916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365596" y="1591056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Descrições de Produtos e Serviços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5596" y="2084832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textos persuasivos e otimizados para e-commerce.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968496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68496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352544"/>
            <a:ext cx="5496916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023360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" y="4517136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Inclui palavras-chave SEO para maior visibilidade.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7580" y="3968496"/>
            <a:ext cx="5496916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7580" y="3968496"/>
            <a:ext cx="5496916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7580" y="4352544"/>
            <a:ext cx="5496916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365596" y="4023360"/>
            <a:ext cx="5240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Posts para Redes Sociais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596" y="4517136"/>
            <a:ext cx="52408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 conteúdo para diversas plataformas, adaptando a linguagem e sugerindo hashtags relevantes.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7" name="Text 2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696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diversas tarefas de escrita no dia a dia profissional, acelerando processos e melhorando a qualidade.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e Comunicações Internas: A criação de e-mails comerciais ou de comunicados internos é otimizada.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1588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1588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3924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garante tom e clareza adequados para cada mensagem.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1588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1588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03924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Relatórios e Documentação: Auxilia na estruturação de relatórios e na sumarização de documentos extensos.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E-mail de Prospecção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um e-mail formal para agendar uma reunião de apresentação de projeto com o cliente 'SolarTech'. Sugira três datas e horários na próxima semana.".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3108960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82112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255264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82112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291840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182112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geraria um e-mail com estrutura profissional. Conteria as datas sugeridas e uma agenda clara para a reunião.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4809744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882896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956048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82896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992624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882896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precisar enviar um e-mail a um novo contato.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5" name="Text 23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"Sumarize o seguinte texto sobre as tendências de marketing digital de 2024 em três parágrafos, focando nos principais pontos para pequenas empresas.".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3108960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82112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255264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82112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291840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182112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produziria um resumo conciso. Ele destacaria as tendências mais relevantes para o público-alvo especificado.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4809744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882896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956048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82896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992624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882896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condensar um material extenso rapidamente.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5" name="Text 23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"Escreva uma descrição de produto para um smartwatch à prova d'água. Destaque sua durabilidade, funções fitness e conectividade com smartphone.".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3108960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82112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255264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82112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291840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182112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tom persuasivo.".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4809744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882896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956048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82896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992624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882896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criaria uma descrição atraente. Ela enfatizaria os benefícios e características essenciais do produto. Para impulsionar vendas online.".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5" name="Text 23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Post para Redes Sociais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0378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três ideias de posts para o LinkedIn sobre o tema 'Importância da Inteligência Emocional no Ambiente Corporativo'.".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2683764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56916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830068"/>
            <a:ext cx="54864" cy="10378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56916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866644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756916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emojis e hashtags relevantes.".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032504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105656"/>
            <a:ext cx="54864" cy="10378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32504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142232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032504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apresentaria posts distintos, direcionados ao público do LinkedIn. Conteriam emojis e hashtags estratégicas.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 rot="2700000">
            <a:off x="941832" y="5234940"/>
            <a:ext cx="5486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5308092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5381244"/>
            <a:ext cx="54864" cy="10378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08092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5417820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5308092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engajar a audiência no LinkedIn.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1" name="Text 2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maximizar os resultados e evitar problemas, algumas práticas são essenciais ao usar a 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578608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 Prompt: Prompts vagos geram respostas genéricas. Seja sempre específico e claro nas instruções.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566160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Insuficiente: A IA precisa de contexto completo para produzir conteúdo relevante. Forneça informações de fundo e histórico.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553712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 e Estilo Inadequados: Sem a indicação do tom e estilo desejados, o texto pode não se alinhar à sua marca. Defina-os claramente.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486400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5541264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5513832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Alucinações da IA: A ferramenta pode gerar informações incorretas ou fictícias. Revise sempre o conteúdo gerado.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4" name="Text 22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1243584"/>
          </a:xfrm>
          <a:prstGeom prst="roundRect">
            <a:avLst>
              <a:gd name="adj" fmla="val 4412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002536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002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Personalização: O texto da IA pode parecer genérico. Edite e personalize para se adequar à sua voz.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11094415" cy="1243584"/>
          </a:xfrm>
          <a:prstGeom prst="roundRect">
            <a:avLst>
              <a:gd name="adj" fmla="val 4412"/>
            </a:avLst>
          </a:prstGeom>
          <a:solidFill>
            <a:srgbClr val="0F1923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37413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53512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Substituição Total: A IA é um assistente, não um substituto. Use-a para potencializar, não para substituir a criatividade humana.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11094415" cy="1243584"/>
          </a:xfrm>
          <a:prstGeom prst="roundRect">
            <a:avLst>
              <a:gd name="adj" fmla="val 4412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745736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745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325112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Originalidade: Sempre verifique a originalidade do conteúdo, especialmente para evitar plágio.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revoluciona a criação de conteúdo e automação de tarefas de escrita.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aplicações práticas em e-mails, relatórios, descrições de produtos e posts para redes sociais.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Enfatizamos a importância de prompts claros, revisão humana e personalização para obter os melhores resultados.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de escrita, aumentando a velocidade e qualidade do conteúdo.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1388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como ChatGPT e Grammarly auxiliam na redação de e-mails, relatórios e descrições.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1388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clareza e especificação dos prompts são cruciais para resultados eficazes da 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13888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43072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43072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3710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864864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revisar e personalizar o conteúdo gerado pela IA para garantir precisão e adequação.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648200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43072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43072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3710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864864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um assistente poderoso, potencializando a produtividade sem substituir a análise humana.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648200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461" y="3243072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06461" y="3243072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252765" y="33710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52765" y="3864864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experimentação com diferentes ferramentas e prompts otimiza o uso da IA na escrita.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515039" y="46482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977384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37" name="Shape 35"/>
          <p:cNvSpPr/>
          <p:nvPr/>
        </p:nvSpPr>
        <p:spPr>
          <a:xfrm>
            <a:off x="594360" y="4977384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" y="5105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740664" y="5599176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do conteúdo criativo contribui para uma comunicação consistente e de alta qualidade.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002938" y="6382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350410" y="4977384"/>
            <a:ext cx="3628034" cy="1606296"/>
          </a:xfrm>
          <a:prstGeom prst="roundRect">
            <a:avLst>
              <a:gd name="adj" fmla="val 5693"/>
            </a:avLst>
          </a:prstGeom>
          <a:solidFill>
            <a:srgbClr val="132035"/>
          </a:solidFill>
          <a:ln/>
        </p:spPr>
      </p:sp>
      <p:sp>
        <p:nvSpPr>
          <p:cNvPr id="42" name="Shape 40"/>
          <p:cNvSpPr/>
          <p:nvPr/>
        </p:nvSpPr>
        <p:spPr>
          <a:xfrm>
            <a:off x="4350410" y="4977384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4496714" y="5105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4496714" y="5599176"/>
            <a:ext cx="3335426" cy="856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no fluxo de trabalho diário pode transformar a gestão de textos e documentos.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758989" y="6382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D97706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Inteligência Artificial na análise e interpretação de grandes volumes de dados.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a utilização de ferramentas de IA para otimizar a tomada de decisões em contextos profissionais.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percepções geradas por IA para desenvolver estratégias mais eficazes e fundamentadas.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é vital para a operação e crescimento de negócios modernos.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549691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volume e a velocidade dos dados atuais superam a capacidade de processamento humano.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7580" y="2944368"/>
            <a:ext cx="5496916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559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preenche essa lacuna, tornando-se essencial para extrair valor dessas informações.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e Pré-processamento de Dados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2515286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59597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9597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automatizam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coleta de dados de diversas fontes.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2221992"/>
            <a:ext cx="2515286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188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188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pré-processamento inclui limpeza,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padronização e estruturação dos dados.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2221992"/>
            <a:ext cx="2515286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79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779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Essa automação reduz significativamente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tempo e o erro humano nas tarefas.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2221992"/>
            <a:ext cx="2515286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3700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37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qualidade dos dados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para a precisão das análises de IA.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1" name="Text 3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Padrões e Tendências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Algoritmos de IA, como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de máquina, identificam padrões complexos em grandes conjuntos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Esses padrões são, muitas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vezes, imperceptíveis pela análise humana tradicional.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automatiza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tendências, como picos de vendas ou mudanças no comportamento do cliente, o que permite que empresas respondam proativamente às mudanças.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Preditiva e Prescritiva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2515286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59597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9597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prevê resultados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futuros com base em dados históricos, como demanda de produtos.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2221992"/>
            <a:ext cx="2515286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188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188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preditiva antecipa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cenários, permitindo que as empresas se preparem.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2221992"/>
            <a:ext cx="2515286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79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779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análise prescritiva recomenda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melhores ações para alcançar um objetivo específico.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2221992"/>
            <a:ext cx="2515286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3700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37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exemplo, a IA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 sugerir otimização de rotas ou personalização de ofertas.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1" name="Text 3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140135" cy="914400"/>
        </p:xfrm>
        <a:graphic>
          <a:graphicData uri="http://schemas.openxmlformats.org/drawingml/2006/table">
            <a:tbl>
              <a:tblPr/>
              <a:tblGrid>
                <a:gridCol w="3713378"/>
                <a:gridCol w="3713378"/>
                <a:gridCol w="371337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Aspecto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Análise Preditiva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Análise Prescritiva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Objetivo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eventos futuros.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Recomendar ações para resultados ideais.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Saída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Probabilidades, previsões, classificações.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Sugestões de estratégias, otimizações.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🚀 Capacidade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Antecipa o que deve acontecer.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Sugere o que fazer acontecer.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3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📊 Exemplo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churn de clientes.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DF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Otimizar campanhas de marketing.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8" name="Text 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0378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exemplo prático é a previsão de demanda em gestão de estoque.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2683764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756916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830068"/>
            <a:ext cx="54864" cy="10378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56916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2866644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756916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dados históricos de vendas, sazonalidade, promoções e até mesmo notícias econômicas.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032504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105656"/>
            <a:ext cx="54864" cy="10378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32504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142232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032504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prevê a quantidade exata de produto a ser estocada para evitar excessos ou rupturas. Isso economiza custos e garante a disponibilidade do produto.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 rot="2700000">
            <a:off x="941832" y="5234940"/>
            <a:ext cx="5486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5308092"/>
            <a:ext cx="11002975" cy="1184148"/>
          </a:xfrm>
          <a:prstGeom prst="roundRect">
            <a:avLst>
              <a:gd name="adj" fmla="val 6178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5381244"/>
            <a:ext cx="54864" cy="10378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08092"/>
            <a:ext cx="1645920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PARE UM MOMENTO E REFLITA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5417820"/>
            <a:ext cx="13716" cy="96469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5308092"/>
            <a:ext cx="8716975" cy="1184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identificação de um padrão oculto em dados de comportamento do cliente poderia mudar radicalmente a forma como sua empresa se comunica com ele?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1" name="Text 2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11140135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1140135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1088410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10884103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impacta a tomada de decisão em diversos setores.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2" name="Text 1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Vendas e Marketing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696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Clientes Potenciais: A IA analisa dados para encontrar leads com maior probabilidade de conversão.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Personalização de Ofertas: Recomenda produtos com base no histórico e preferências do cliente.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1588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1588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3924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de Vendas: Modelos de IA preveem a demanda futura, auxiliando na definição de metas.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1588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1588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03924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de Campanhas: A IA ajusta lances de anúncios em tempo real para maximizar o desempenho.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e Logística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Estoque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níveis de estoque, prevendo demanda para evitar excessos ou faltas.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Rotas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calculam rotas mais eficientes, reduzindo custos.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Manutenção Preditiva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falhas em equipamentos antes que ocorram, minimizando tempo de inatividade.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 (RH)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Recrutamento Inteligente: A IA analisa currículos para identificar candidatos imparcialmente.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549691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Desempenho: Ferramentas de IA fornecem percepções sobre o desempenho e necessidades de treinamento.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7580" y="2944368"/>
            <a:ext cx="5496916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559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de Turnover: A IA ajuda a identificar funcionários em risco de sair, permitindo ações de retenção.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 e Contabilidade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Fraudes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padrões anormais em transações financeiras.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Risco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 o risco de crédito de clientes ou projetos com base em dados financeiros.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Financeira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Prevê tendências de mercado e desempenho de investimentos.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é tão boa quanto os dados que a alimentam; dados ruins geram percepções imprecisos.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578608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 Algoritmos podem perpetuar ou ampliar vieses existentes nos dados históricos.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566160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Complexidade e Transparência: Alguns modelos de IA são "caixas-pretas," dificultando a compreensão de suas decisões.".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553712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Privacidade: A manipulação de grandes volumes de dados sensíveis exige rigorosas medidas de segurança.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486400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5541264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5513832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Excessiva: A confiança cega na IA pode reduzir a capacidade humana de análise crítica.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4" name="Text 22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é crucial para analisar rapidamente grandes volumes de dados complexos.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que ela identifica padrões ocultos, prevê tendências e prescreve ações otimizadas.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 a tomada de decisão em diversas áreas, tornando-a mais rápida, precisa e estratégica.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coleta, limpeza e pré-processamento de dados para análise eficiente.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identificam padrões e tendências complexas, invisíveis à análise humana.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análises preditivas e prescritivas da IA antecipam cenários e sugerem as melhores ações.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BI, análise de texto e automação de marketing incorporam IA para usuários não técnicos.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a tomada de decisão em vendas, operações, RH e finanças, promovendo maior produtividade.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7274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06461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252765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Interpretar percepções geradas por IA é uma habilidade fundamental no ambiente de trabalho moderno.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515039" y="472744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0891B2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IA na otimização de rotinas de trabalho e pessoais.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Conhecer ferramentas e estratégias de IA para planejamento e execução de projetos.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soluções de IA para melhorar a eficiência e produtividade na gestão e organização.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uma aliada poderosa para otimizar rotinas de trabalho e pessoais.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361584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transforma a maneira como planejamos, executamos e acompanhamos projetos.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944368"/>
            <a:ext cx="361584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6623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4522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otimizar o planejamento, gerenciamento de tarefas, alocação de recursos e organização pessoal.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8653" y="2944368"/>
            <a:ext cx="361584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8381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46669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melhora a eficiência e a produtividade em qualquer iniciativa, ao integrar a IA para impulsionar resultados e organizar a vida de forma inteligente.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IA revoluciona 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de projetos com capacidades analíticas e preditivas.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permite uma visão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clara e tomadas de decisão mais embasadas desde o início.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Geração Automática de Cronogramas.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 com IA criam cronogramas de projeto de forma dinâmica.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Consideram dependências de tarefas,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disponibilidade de recursos e prazos.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Isso otimiza o fluxo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trabalho para atividades de maior valor. Automação de Tarefas Repetitivas.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automatizam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tarefas rotineiras e repetitivas.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1403" y="1545336"/>
            <a:ext cx="21946" cy="486460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79422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7942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" y="1417320"/>
            <a:ext cx="45720" cy="961949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1417320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1E2F44"/>
          </a:solidFill>
          <a:ln/>
        </p:spPr>
      </p:sp>
      <p:sp>
        <p:nvSpPr>
          <p:cNvPr id="11" name="Text 9"/>
          <p:cNvSpPr/>
          <p:nvPr/>
        </p:nvSpPr>
        <p:spPr>
          <a:xfrm>
            <a:off x="1152144" y="1417320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da Alocação de Equipes.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814523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1452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6696" y="2452421"/>
            <a:ext cx="45720" cy="96194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2416" y="2452421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144" y="2452421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habilidades, disponibilidade e carga de trabalho da equipe.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849624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49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6696" y="3487522"/>
            <a:ext cx="45720" cy="96194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3487522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1E2F44"/>
          </a:solidFill>
          <a:ln/>
        </p:spPr>
      </p:sp>
      <p:sp>
        <p:nvSpPr>
          <p:cNvPr id="21" name="Text 19"/>
          <p:cNvSpPr/>
          <p:nvPr/>
        </p:nvSpPr>
        <p:spPr>
          <a:xfrm>
            <a:off x="1152144" y="34875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Sugere as melhores atribuições para maximizar eficiência.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4884725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88472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6696" y="4522622"/>
            <a:ext cx="45720" cy="96194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416" y="4522622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0F1923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" y="4522622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 custos e maximiza o valor dos ativos disponíveis.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" y="591982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591982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6696" y="5557723"/>
            <a:ext cx="45720" cy="96194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2416" y="5557723"/>
            <a:ext cx="10783519" cy="961949"/>
          </a:xfrm>
          <a:prstGeom prst="roundRect">
            <a:avLst>
              <a:gd name="adj" fmla="val 3802"/>
            </a:avLst>
          </a:prstGeom>
          <a:solidFill>
            <a:srgbClr val="1E2F44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144" y="5557723"/>
            <a:ext cx="10582351" cy="961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vai além dos projetos, revolucionando a organização pessoal. Assistência Virtual e Agendamento.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3" name="Text 31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 (com plugins de IA)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prever prazos e alocar recursos de forma eficiente.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Pessoais Inteligentes.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o agendamento de reuniões, evitando conflitos de horários.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32424" y="1536192"/>
            <a:ext cx="18288" cy="49103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394563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696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já são uma realidade prática, incorporadas em softwares amplamente utilizado.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Projetos e Tarefas.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1588" y="19385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1588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3924" y="1563624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Asana e Trello (com integrações de IA): Automatizam lembretes e sugerem prioridades.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1588" y="3108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1588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03924" y="2734056"/>
            <a:ext cx="494827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Monday.com: Otimiza fluxos de trabalho e realiza análises preditivas via IA.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Agenda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Integra-se a assistentes de IA para sugestões inteligentes.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Sunsama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 IA para planejar o dia com base em prioridades e capacidade individual.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de Documentos e E-mails.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968496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96849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352544"/>
            <a:ext cx="361584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402336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Workspace (Gmail, Drive)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2376" y="4517136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 IA para filtragem inteligente e organização de arquivos.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56506" y="3968496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6506" y="396849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4356506" y="4352544"/>
            <a:ext cx="361584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484522" y="402336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Evernote (com recursos de IA)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84522" y="4517136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organizar notas e documentos com inteligência.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18653" y="3968496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8653" y="396849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18653" y="4352544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246669" y="402336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46669" y="4517136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Unifica caixas de entrada e aplica IA para roteamento inteligente de mensagens.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7" name="Text 3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integrar a IA na gestão de projetos e organização pessoal, é crucial estar ciente de alguns desafios e precauções.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248118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302982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275550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de Dados.. A IA lida com dados sensíveis de projetos e pessoais.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2960043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014907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987475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as políticas de privacidade e segurança das ferramentas.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671969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726833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699401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compartilhar informações críticas com plataformas não confiáveis.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383895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438759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411327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Tecnológica.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095821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150685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23253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excesso de confiança na IA pode diminuir a capacidade humana de tomada de decisão.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5807746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" y="5862610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35178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 um equilíbrio entre a automação e a intervenção humana.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5474056" cy="54864"/>
          </a:xfrm>
          <a:prstGeom prst="rect">
            <a:avLst>
              <a:gd name="adj" fmla="val 133333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82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2376" y="2011680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Desenvolva habilidades críticas mesmo com o uso de ferramentas inteligentes.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4720" y="1554480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4720" y="1554480"/>
            <a:ext cx="5474056" cy="54864"/>
          </a:xfrm>
          <a:prstGeom prst="rect">
            <a:avLst>
              <a:gd name="adj" fmla="val 133333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342736" y="1682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42736" y="2011680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814066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814066"/>
            <a:ext cx="5474056" cy="54864"/>
          </a:xfrm>
          <a:prstGeom prst="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94208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" y="3271266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podem herdar vieses dos dados em que foram treinadas.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4720" y="2814066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4720" y="2814066"/>
            <a:ext cx="5474056" cy="54864"/>
          </a:xfrm>
          <a:prstGeom prst="rect">
            <a:avLst>
              <a:gd name="adj" fmla="val 133333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342736" y="294208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42736" y="3271266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pode levar a decisões não éticas ou injustas, especialmente em alocação de recursos.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073652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73652"/>
            <a:ext cx="5474056" cy="54864"/>
          </a:xfrm>
          <a:prstGeom prst="rect">
            <a:avLst>
              <a:gd name="adj" fmla="val 133333"/>
            </a:avLst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42016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" y="4530852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 e ajuste os resultados da IA para garantir equidade e imparcialidade.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14720" y="4073652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4720" y="4073652"/>
            <a:ext cx="5474056" cy="54864"/>
          </a:xfrm>
          <a:prstGeom prst="rect">
            <a:avLst>
              <a:gd name="adj" fmla="val 133333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342736" y="42016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42736" y="4530852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e Complexidade.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4360" y="5333238"/>
            <a:ext cx="5474056" cy="1113282"/>
          </a:xfrm>
          <a:prstGeom prst="roundRect">
            <a:avLst>
              <a:gd name="adj" fmla="val 6571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333238"/>
            <a:ext cx="5474056" cy="54864"/>
          </a:xfrm>
          <a:prstGeom prst="rect">
            <a:avLst>
              <a:gd name="adj" fmla="val 133333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" y="546125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2376" y="5790438"/>
            <a:ext cx="5218024" cy="564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Algumas soluções de IA podem ser caras ou complexas de implementar.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5" name="Text 33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o retorno sobre o investimento e a curva de aprendizado da equipe.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36677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42163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39420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com ferramentas mais simples e escaláveis conforme a necessidade.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19735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25221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478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Interoperabilidade.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02793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08279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05536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integração entre diferentes ferramentas de IA pode ser um desafio técnico.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85851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91337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88594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Verifique a compatibilidade e a facilidade de fluxo de dados entre plataformas.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689092"/>
            <a:ext cx="11140135" cy="720852"/>
          </a:xfrm>
          <a:prstGeom prst="roundRect">
            <a:avLst>
              <a:gd name="adj" fmla="val 76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743956"/>
            <a:ext cx="45720" cy="6111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716524"/>
            <a:ext cx="10865815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silos de informação que comprometam a eficiência geral.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7" name="Text 25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 IA pode ser uma força transformadora na gestão de projetos e organização pessoal.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Cobrimos desde a otimização de planejamento e gerenciamento de tarefas até a alocação de recursos e organização individual.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ferramentas para maior eficiência e produtividade, permitindo que você foque em atividades estratégicas e criativas.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o planejamento de projetos com previsão de riscos e cronogramas automatizados.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gerenciamento de tarefas se torna inteligente com a IA, priorizando e automatizando rotinas.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alocação de recursos é otimizada pela IA, garantindo o melhor uso de talentos e orçamento.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pessoal é estratégica com a IA, atuando como assistente e otimizando hábitos.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Diversas ferramentas de gestão incorporam IA, tornando a elevação da produtividade uma realidade.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7274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06461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252765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considerar a segurança de dados e evitar a dependência excessiva da tecnologia.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515039" y="472744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7C3AED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éticos e de segurança essenciais no uso da Inteligência Artificial.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riscos como privacidade de dados, viés algorítmico e vulnerabilidades cibernéticas da 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estratégias para promover um uso responsável, justo e seguro da IA no ambiente profissional.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rápida evolução da IA exige uma compreensão profunda de suas implicações éticas e de segurança.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2110984" cy="3502152"/>
          </a:xfrm>
          <a:prstGeom prst="roundRect">
            <a:avLst>
              <a:gd name="adj" fmla="val 2599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211098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1854952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abrange os princípios morais que orientam seu desenvolvimento e aplicação.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51648" y="2944368"/>
            <a:ext cx="2110984" cy="3502152"/>
          </a:xfrm>
          <a:prstGeom prst="roundRect">
            <a:avLst>
              <a:gd name="adj" fmla="val 2599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1648" y="2944368"/>
            <a:ext cx="211098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961376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79664" y="3355848"/>
            <a:ext cx="1854952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avaliação do impacto social das ferramentas de IA é fundamental.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08936" y="2944368"/>
            <a:ext cx="2110984" cy="3502152"/>
          </a:xfrm>
          <a:prstGeom prst="roundRect">
            <a:avLst>
              <a:gd name="adj" fmla="val 2599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8936" y="2944368"/>
            <a:ext cx="211098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21866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36952" y="3355848"/>
            <a:ext cx="1854952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sobre o funcionamento da IA deve ser priorizada.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6224" y="2944368"/>
            <a:ext cx="2110984" cy="3502152"/>
          </a:xfrm>
          <a:prstGeom prst="roundRect">
            <a:avLst>
              <a:gd name="adj" fmla="val 2599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6224" y="2944368"/>
            <a:ext cx="211098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75952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94240" y="3355848"/>
            <a:ext cx="1854952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responsabilidade pelas decisões da IA precisa ser clara e definida.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23511" y="2944368"/>
            <a:ext cx="2110984" cy="3502152"/>
          </a:xfrm>
          <a:prstGeom prst="roundRect">
            <a:avLst>
              <a:gd name="adj" fmla="val 2599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3511" y="2944368"/>
            <a:ext cx="2110984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9733239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51527" y="3355848"/>
            <a:ext cx="1854952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não deve violar a dignidade humana e os direitos individuais.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é uma preocupação central na IA, que frequentemente requer grandes volumes de informações.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248118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302982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275550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garantir a coleta, armazenamento e uso responsável e seguro desses dados.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2960043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014907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987475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consentimento explícito para coleta de dados pessoais é indispensável.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671969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726833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699401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finalidade da coleta de dados deve ser clara e específica.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383895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438759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411327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minimização de dados é uma prática recomendada, coletando apenas o essencial.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095821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150685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23253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anonimização ou pseudonimização de dados reduz riscos de identificação.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5807746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" y="5862610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35178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precisam estar em conformidade com leis como a LGPD.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475488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512064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548640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Shape 9"/>
          <p:cNvSpPr/>
          <p:nvPr/>
        </p:nvSpPr>
        <p:spPr>
          <a:xfrm>
            <a:off x="4587133" y="512064"/>
            <a:ext cx="41148" cy="10424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1725" y="457200"/>
            <a:ext cx="70284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da IA devem ser armazenados em ambientes seguros.. A criptografia protege dados em trânsito e em repouso.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1725" y="1688897"/>
            <a:ext cx="7028490" cy="457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7133" y="1792224"/>
            <a:ext cx="41148" cy="10424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1725" y="1737360"/>
            <a:ext cx="70284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Controles de acesso rigorosos limitam quem pode visualizar os dados.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1725" y="2969057"/>
            <a:ext cx="7028490" cy="457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7133" y="3072384"/>
            <a:ext cx="41148" cy="10424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1725" y="3017520"/>
            <a:ext cx="70284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regulares de segurança identificam e corrigem vulnerabilidades.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1725" y="4249217"/>
            <a:ext cx="7028490" cy="4572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133" y="4352544"/>
            <a:ext cx="41148" cy="10424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1725" y="4297680"/>
            <a:ext cx="70284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descarte seguro de dados obsoletos é uma prática essencial.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sistemas de IA pode introduzir vulnerabilidades cibernéticas significativas.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578608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Proteger a IA é tão crítico quanto proteger qualquer outro ativo digital.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566160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podem ser envenenados por dados maliciosos durante o treinamento.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553712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Ataques adversariais podem manipular entradas para enganar a IA.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486400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5541264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5513832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engenharia reversa pode extrair informações sensíveis do modelo.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4" name="Text 22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11094415" cy="54864"/>
          </a:xfrm>
          <a:prstGeom prst="rect">
            <a:avLst>
              <a:gd name="adj" fmla="val 133333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82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2376" y="2011680"/>
            <a:ext cx="1083838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integridade dos modelos de IA deve ser constantemente verificada.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072384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072384"/>
            <a:ext cx="11094415" cy="54864"/>
          </a:xfrm>
          <a:prstGeom prst="rect">
            <a:avLst>
              <a:gd name="adj" fmla="val 133333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" y="3529584"/>
            <a:ext cx="1083838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de treinamento precisam de proteção contra acesso não autorizado.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590288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4590288"/>
            <a:ext cx="11094415" cy="54864"/>
          </a:xfrm>
          <a:prstGeom prst="rect">
            <a:avLst>
              <a:gd name="adj" fmla="val 133333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7183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" y="5047488"/>
            <a:ext cx="1083838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autenticação multifator para acesso aos sistemas de IA.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continuamente os sistemas para detectar anomalias.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23744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578608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551176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Atualizar regularmente softwares e modelos para corrigir falhas de segurança.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566160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538728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testes de penetração em sistemas de IA para identificar fraquezas.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498848"/>
            <a:ext cx="11140135" cy="877824"/>
          </a:xfrm>
          <a:prstGeom prst="roundRect">
            <a:avLst>
              <a:gd name="adj" fmla="val 6250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4553712"/>
            <a:ext cx="45720" cy="7680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526280"/>
            <a:ext cx="10865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Treinar a equipe sobre práticas de segurança cibernética é essencial.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1" name="Text 1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é um dos maiores desafios éticos da IA, onde preconceitos sociais podem ser perpetuados.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361584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os dados de treinamento refletem desigualdades, o algoritmo pode amplificá-las.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944368"/>
            <a:ext cx="361584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6623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4522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de treinamento podem conter preconceitos históricos ou sociais.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8653" y="2944368"/>
            <a:ext cx="361584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8381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46669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representação desigual em conjuntos de dados leva a decisões injustas.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humanas anteriores nos dados podem ser inerentemente enviesadas.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de características (features) para treinamento pode introduzir viés.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2286000"/>
          </a:xfrm>
          <a:prstGeom prst="roundRect">
            <a:avLst>
              <a:gd name="adj" fmla="val 3200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pode surgir no projeto ou na interpretação dos resultados.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conjuntos de dados diversos e representativos.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361584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auditorias regulares nos algoritmos para identificar e corrigir vieses.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6506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944368"/>
            <a:ext cx="361584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66234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84522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modelos de IA mais transparentes e explicáveis (XAI).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8653" y="2944368"/>
            <a:ext cx="3615842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8653" y="2944368"/>
            <a:ext cx="361584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8381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46669" y="3355848"/>
            <a:ext cx="335981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inclusão de diferentes perspectivas na equipe de desenvolvimento da IA.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60C14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682496"/>
            <a:ext cx="45720" cy="1207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62763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métricas de equidade para avaliar o desempenho em diferentes grupos.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0936" y="35021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3182112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exaustivamente o algoritmo em vários cenários antes da implantação.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" y="428853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968496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Acompanhar o desempenho pós-implantação, ajustando conforme necessário.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" y="507492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754880"/>
            <a:ext cx="1089324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decisões de um modelo de IA enviesado poderiam afetar a produtividade ou a cultura da sua própria equipe ou organização?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6" name="Text 14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o uso ético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seguro da IA, a transparência e a explicabilidade são fundamentais.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incapacidade de entender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decisões da IA ("caixas pretas") representa um risco significativo.".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crucial entender 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"porquê" das decisões da IA. ".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2515286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59597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9597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explicabilidade auxilia 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e correção de erros ou vieses.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2221992"/>
            <a:ext cx="2515286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188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188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transparência aumenta 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confiança dos usuários nos sistemas de 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2221992"/>
            <a:ext cx="2515286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79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779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políticas internas sobre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uso de IA devem ser claras e acessíveis.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2221992"/>
            <a:ext cx="2515286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3700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37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usuários precisam ser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informados ao interagir com um sistema de IA.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1" name="Text 3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de IA para triagem de currículos pode ser um exemplo de explicabilidade.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3108960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82112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255264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82112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3291840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182112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treinado com dados passados que favoreceram um perfil demográfico, ele pode rejeitar candidatos qualificados de outros grupos.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941832" y="4809744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4882896"/>
            <a:ext cx="11002975" cy="1609344"/>
          </a:xfrm>
          <a:prstGeom prst="roundRect">
            <a:avLst>
              <a:gd name="adj" fmla="val 4545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956048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82896"/>
            <a:ext cx="16459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4992624"/>
            <a:ext cx="13716" cy="1389888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882896"/>
            <a:ext cx="8716975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mais explicável indicaria os critérios da rejeição, permitindo análise e ajuste.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5" name="Text 23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da IA são cada vez mais necessárias para garantir seu uso responsável.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6506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6506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6506" y="1920240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484522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4522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estruturas visam proteger os direitos individuais e promover o bem-estar social.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8653" y="1536192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8653" y="1536192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8653" y="1920240"/>
            <a:ext cx="361584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46669" y="1591056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46669" y="2084832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políticas internas claras para o uso de IA é vital.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605784"/>
            <a:ext cx="3615842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comitês de ética em IA para supervisionar a implementação.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56506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6506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4356506" y="3605784"/>
            <a:ext cx="361584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484522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84522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regulamentações governamentais de IA.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18653" y="3221736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8653" y="3221736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8118653" y="3605784"/>
            <a:ext cx="361584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8246669" y="3276600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46669" y="3770376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a conscientização sobre as melhores práticas entre os colaboradores.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4907280"/>
            <a:ext cx="3615842" cy="1539240"/>
          </a:xfrm>
          <a:prstGeom prst="roundRect">
            <a:avLst>
              <a:gd name="adj" fmla="val 4752"/>
            </a:avLst>
          </a:prstGeom>
          <a:solidFill>
            <a:srgbClr val="1E2F44"/>
          </a:solidFill>
          <a:ln w="6350">
            <a:solidFill>
              <a:srgbClr val="2535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907280"/>
            <a:ext cx="361584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" y="5291328"/>
            <a:ext cx="361584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" y="4962144"/>
            <a:ext cx="33598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" y="5455920"/>
            <a:ext cx="335981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entre setores público e privado fomenta o uso ético da IA.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2" name="Text 4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questão da responsabilidade e accountability na IA é complexa, mas crucial para um uso ético.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248118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302982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275550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definir quem é responsável quando a IA comete erros ou causa danos.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2960043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014907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987475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responsabilidades no desenvolvimento e uso da IA precisam ser claras.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671969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726833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699401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Desenvolvedores e usuários da IA devem ser responsabilizados por seus impactos.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383895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438759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411327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Mecanismos de revisão e apelação para decisões da IA são necessários.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095821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150685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23253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independentes dos sistemas de IA fortalecem a accountability.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5807746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" y="5862610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35178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deve ser integrada em todo o ciclo de vida da IA, do design à desativação.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pilares da ética e segurança no uso da IA, ressaltando que sua adoção é uma responsabilidade moral e social.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privacidade de dados, segurança cibernética, viés algorítmico, transparência e responsabilidade, essenciais para um uso da IA que promova um ambiente de trabalho justo.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conhecimento prepara você para usar a IA de forma eficaz e ética, tornando-o um agente de mudança para um futuro digital responsável.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é um conjunto de princípios que guia seu uso responsável.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exige consentimento, minimização e segurança robusta.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sistemas de IA podem ser tanto alvos quanto ferramentas para a segurança cibernética.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pode levar a discriminação e deve ser ativamente mitigado.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Transparência e explicabilidade são cruciais para a confiança e correção de erros na IA.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7274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461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06461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252765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252765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são essenciais para um uso responsável da IA.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1515039" y="472744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295" y="18288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2563EB">
                    <a:alpha val="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8991295" y="-731520"/>
            <a:ext cx="3474720" cy="34747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5486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9905695" y="365760"/>
            <a:ext cx="18288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70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14630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67054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05840" y="4251960"/>
            <a:ext cx="2286000" cy="137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89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VOCÊ VAI APRENDER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478231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09160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Selecionar e implementar ferramentas de IA de forma eficaz no dia a dia profissional.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5221224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148072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estratégias para a adoção bem-sucedida de IA em equipes.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66013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586984"/>
            <a:ext cx="6095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as tendências futuras da IA e seu impacto na produtividade.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6400800"/>
            <a:ext cx="2743200" cy="10973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1140135" cy="1188720"/>
          </a:xfrm>
          <a:prstGeom prst="roundRect">
            <a:avLst>
              <a:gd name="adj" fmla="val 7692"/>
            </a:avLst>
          </a:prstGeom>
          <a:solidFill>
            <a:srgbClr val="060C1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106829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Inteligência Artificial (IA) no ambiente de trabalho transforma o conhecimento em ação.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944368"/>
            <a:ext cx="5496916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processo envolve a seleção criteriosa de ferramentas e a superação de desafios de adoção.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7580" y="2944368"/>
            <a:ext cx="5496916" cy="3502152"/>
          </a:xfrm>
          <a:prstGeom prst="roundRect">
            <a:avLst>
              <a:gd name="adj" fmla="val 1567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7580" y="2944368"/>
            <a:ext cx="5496916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47308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65596" y="3355848"/>
            <a:ext cx="5240884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integrar a IA estrategicamente para colher seus benefícios e preparar-se para futuras inovações.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escolha da ferramenta de IA ideal é crucial.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se busca 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tecnologia mais avançada, mas sim a mais alinhada às necessidades e objetivos específicos do usuário ou da equipe.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das Necessidades e Desafios.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 o problema que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pode resolver é o primeiro passo.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métricas claras para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sucesso, que medirão o impacto da 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Critérios Essenciais para a Escolha.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1" name="Text 2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2515286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59597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9597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Facilidade de Uso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intuitiva e de fácil aprendizado acelera a adoção.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2221992"/>
            <a:ext cx="2515286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188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188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 compatibilidade com outras plataformas existentes.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2221992"/>
            <a:ext cx="2515286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79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779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Custo-Benefício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o valor entregue em relação ao investimento.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2221992"/>
            <a:ext cx="2515286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3700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37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Suporte e Documentação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bom suporte técnico é um diferencial importante.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1" name="Text 3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4892040"/>
          </a:xfrm>
          <a:prstGeom prst="roundRect">
            <a:avLst>
              <a:gd name="adj" fmla="val 1869"/>
            </a:avLst>
          </a:prstGeom>
          <a:solidFill>
            <a:srgbClr val="060C14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682496"/>
            <a:ext cx="45720" cy="4636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627632"/>
            <a:ext cx="10655503" cy="4745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 Relevância: Ferramenta de IA que gera texto a partir de prompts; Facilidade de Uso: Interface simples para inserir contexto rapidamente.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2459736"/>
          </a:xfrm>
          <a:prstGeom prst="roundRect">
            <a:avLst>
              <a:gd name="adj" fmla="val 2974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2313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2240280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Reduzir o tempo na criação de rascunhos de e-mails de follow-up para clientes.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941832" y="3959352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4032504"/>
            <a:ext cx="11002975" cy="2459736"/>
          </a:xfrm>
          <a:prstGeom prst="roundRect">
            <a:avLst>
              <a:gd name="adj" fmla="val 2974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4105656"/>
            <a:ext cx="54864" cy="2313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32504"/>
            <a:ext cx="164592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4142232"/>
            <a:ext cx="13716" cy="2240280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4032504"/>
            <a:ext cx="8716975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assistente de escrita baseado em IA, como o ChatGPT ou o Google Gemini, configurado com modelos de e-mail.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 a IA 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exige planejamento e comunicação.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Isso garante engajamento 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adesão de todos. Estratégias de Implementação Gradual.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um grupo pequeno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entusiasta para experimentar a IA primeiro, criando "embaixadores".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349392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085289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5289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24274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4225442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Documentar os sucessos 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aprendizados do piloto para compartilhar com a equipe.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7466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7466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17466" y="2221992"/>
            <a:ext cx="3493922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99836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99836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8821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139989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08906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Oferecer workshops e treinamentos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8906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práticos sobre o uso das novas ferramentas de 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32013" y="1719072"/>
            <a:ext cx="3493922" cy="4727448"/>
          </a:xfrm>
          <a:prstGeom prst="roundRect">
            <a:avLst>
              <a:gd name="adj" fmla="val 2617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2013" y="1719072"/>
            <a:ext cx="3493922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2013" y="2221992"/>
            <a:ext cx="3493922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4382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14382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23453" y="2404872"/>
            <a:ext cx="3311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Criar materiais de suporte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23453" y="2770632"/>
            <a:ext cx="3311042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acessíveis, como guias rápidos e FAQs.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21208"/>
            <a:ext cx="9144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21792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3373679"/>
            <a:ext cx="11323015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21992"/>
            <a:ext cx="2515286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59597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9597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5638" y="3355391"/>
            <a:ext cx="310896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3246806" y="3318815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Destacar os benefícios pessoais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 a IA trará para cada membro da equipe.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3883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16" name="Shape 14"/>
          <p:cNvSpPr/>
          <p:nvPr/>
        </p:nvSpPr>
        <p:spPr>
          <a:xfrm>
            <a:off x="343883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438830" y="2221992"/>
            <a:ext cx="2515286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188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188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1548" y="3355391"/>
            <a:ext cx="310896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6182716" y="3318815"/>
            <a:ext cx="10972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3027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Incentivar a experimentação 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027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troca de experiências entre os colegas.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74740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4740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4740" y="2221992"/>
            <a:ext cx="2515286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7467791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7791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7457" y="3355391"/>
            <a:ext cx="31089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9118625" y="3318815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66180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Comunicar claramente o propósito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66180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implementação da IA e seus benefícios.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10649" y="1719072"/>
            <a:ext cx="2515286" cy="4727448"/>
          </a:xfrm>
          <a:prstGeom prst="roundRect">
            <a:avLst>
              <a:gd name="adj" fmla="val 3635"/>
            </a:avLst>
          </a:prstGeom>
          <a:solidFill>
            <a:srgbClr val="132035"/>
          </a:solidFill>
          <a:ln/>
        </p:spPr>
      </p:sp>
      <p:sp>
        <p:nvSpPr>
          <p:cNvPr id="34" name="Shape 32"/>
          <p:cNvSpPr/>
          <p:nvPr/>
        </p:nvSpPr>
        <p:spPr>
          <a:xfrm>
            <a:off x="9310649" y="1719072"/>
            <a:ext cx="2515286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9310649" y="2221992"/>
            <a:ext cx="2515286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3700" y="18288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037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02089" y="2404872"/>
            <a:ext cx="2332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Abordar abertamente preocupações sobre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402089" y="2770632"/>
            <a:ext cx="2332406" cy="3584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substituição de empregos, focando na IA como complemento.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41" name="Text 3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4267093" y="0"/>
            <a:ext cx="4572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34441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097280" cy="109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444133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43891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4587133" y="512064"/>
            <a:ext cx="41148" cy="10424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751725" y="457200"/>
            <a:ext cx="70284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 Piloto: Escolher dois membros da equipe para testar a ferramenta em uma campanha secundária.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0116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01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DE CASO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566928"/>
            <a:ext cx="110029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481328"/>
            <a:ext cx="11002975" cy="5010912"/>
          </a:xfrm>
          <a:prstGeom prst="roundRect">
            <a:avLst>
              <a:gd name="adj" fmla="val 1460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554480"/>
            <a:ext cx="54864" cy="4864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81328"/>
            <a:ext cx="1645920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91056"/>
            <a:ext cx="13716" cy="4791456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81328"/>
            <a:ext cx="8716975" cy="5010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de marketing precisa adotar uma ferramenta de IA para análise de dados de campanhas.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3" name="Text 11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está em constante evolução. Estar atento às tendências futuras é crucial para manter a vantagem competitiva.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248118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302982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275550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Tendências Atuais e Emergentes.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2960043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014907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987475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Acompanhe as inovações que moldarão o panorama da produtividade.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671969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726833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699401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Generativa Avançada: Modelos capazes de criar conteúdo (texto, imagem, vídeo) de alta qualidade.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383895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438759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411327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de Conversação Evoluída: Assistentes virtuais mais inteligentes e contextuais aprimorarão o suporte.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095821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150685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23253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Personalização Extrema: Experiências de usuário e recomendações ultrassegmentadas.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5807746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" y="5862610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35178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Inteligente de Processos (IPA): Combina IA e RPA para automatizar tarefas complexas.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060C14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682496"/>
            <a:ext cx="45720" cy="1207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627632"/>
            <a:ext cx="10655503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Explicável (XAI): Torna algoritmos de IA mais transparentes e compreensíveis.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0936" y="338556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3182112"/>
            <a:ext cx="1089324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na Análise Preditiva e Prescritiva: Previsão de eventos e recomendação de ações específicas.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" y="393877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735324"/>
            <a:ext cx="1089324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o Bem-Estar e Saúde Profissional: Ferramentas que monitoram e apoiam a saúde mental.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" y="449199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288536"/>
            <a:ext cx="1089324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da IA no Mercado de Trabalho.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" y="504520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841748"/>
            <a:ext cx="1089324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transformará a natureza do trabalho, não eliminará empregos.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" y="559841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5394960"/>
            <a:ext cx="1089324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automatizará tarefas rotineiras, liberando profissionais para atividades estratégicas.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" y="6151626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5948172"/>
            <a:ext cx="1089324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Novas profissões surgirão e a demanda por habilidades complementares à IA crescerá.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820095" y="320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1536192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591056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563624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humano-IA será a norma, com a IA atuando como "copiloto" inteligente.".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248118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302982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275550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tomada de decisão será aprimorada pela IA, baseada em dados e análises complexas.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2960043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3014907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2987475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lifelong learning (aprendizado contínuo) será essencial para a adaptabilidade profissional.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3671969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726833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699401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tendências emergentes da IA podem impactar ou transformar sua área de atuação nos próximos 5 anos?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383895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" y="4438759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411327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Preparando-se para o Futuro.. Aja agora para estar à frente das transformações.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5095821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0F1923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5150685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23253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Investir no desenvolvimento de habilidades socioemocionais (habilidades interpessoais), como pensamento crítico.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" y="5807746"/>
            <a:ext cx="11140135" cy="602198"/>
          </a:xfrm>
          <a:prstGeom prst="roundRect">
            <a:avLst>
              <a:gd name="adj" fmla="val 9111"/>
            </a:avLst>
          </a:prstGeom>
          <a:solidFill>
            <a:srgbClr val="FFF5F5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" y="5862610"/>
            <a:ext cx="45720" cy="49247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35178"/>
            <a:ext cx="10865815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novas tecnologias de IA e suas aplicações.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50" kern="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731520" cy="2011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21792"/>
            <a:ext cx="11185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1094415" cy="1243584"/>
          </a:xfrm>
          <a:prstGeom prst="roundRect">
            <a:avLst>
              <a:gd name="adj" fmla="val 4412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002536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002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trabalhar em conjunto com sistemas de IA.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11094415" cy="1243584"/>
          </a:xfrm>
          <a:prstGeom prst="roundRect">
            <a:avLst>
              <a:gd name="adj" fmla="val 4412"/>
            </a:avLst>
          </a:prstGeom>
          <a:solidFill>
            <a:srgbClr val="0F1923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37413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374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53512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Cultivar uma mentalidade de aprendizado contínuo e adaptabilidade.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11094415" cy="1243584"/>
          </a:xfrm>
          <a:prstGeom prst="roundRect">
            <a:avLst>
              <a:gd name="adj" fmla="val 4412"/>
            </a:avLst>
          </a:prstGeom>
          <a:solidFill>
            <a:srgbClr val="1E2F44"/>
          </a:solidFill>
          <a:ln w="508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745736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7457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325112"/>
            <a:ext cx="104086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Buscar oportunidades para aplicar a IA no trabalho, mesmo em pequena escala.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21208"/>
            <a:ext cx="82296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21792"/>
            <a:ext cx="11048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84248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capacitou você a selecionar, implementar e gerenciar ferramentas de IA para produtividade.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importância da identificação de necessidades, critérios de escolha e estratégias para adoção em equipe.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425696"/>
            <a:ext cx="11048695" cy="1371600"/>
          </a:xfrm>
          <a:prstGeom prst="roundRect">
            <a:avLst>
              <a:gd name="adj" fmla="val 5333"/>
            </a:avLst>
          </a:prstGeom>
          <a:solidFill>
            <a:srgbClr val="1E2F44"/>
          </a:solidFill>
          <a:ln w="3810">
            <a:solidFill>
              <a:srgbClr val="2535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1713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4946904"/>
            <a:ext cx="1086581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E8ED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as tendências futuras da IA e como se preparar para o impacto no mercado de trabalho.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6620256"/>
            <a:ext cx="12191695" cy="10973"/>
          </a:xfrm>
          <a:prstGeom prst="rect">
            <a:avLst/>
          </a:prstGeom>
          <a:solidFill>
            <a:srgbClr val="253547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095" y="6638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91695" cy="411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560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6459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4066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deve ser baseada em necessidades claras e múltiplos critérios de avaliação.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02938" y="2953512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350410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0410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6714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96714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em equipes exige um plano gradual, treinamento adequado e gestão proativa da mudança.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58989" y="295351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08760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6461" y="1508760"/>
            <a:ext cx="3628034" cy="54864"/>
          </a:xfrm>
          <a:prstGeom prst="rect">
            <a:avLst>
              <a:gd name="adj" fmla="val 16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765" y="163677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52765" y="2130552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futuro da IA na produtividade é promissor, com avanços que transformarão o trabalho.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515039" y="2953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devem desenvolver novas habilidades e adotar uma mentalidade de aprendizado contínuo.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02938" y="472744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50410" y="3282696"/>
            <a:ext cx="3628034" cy="1645920"/>
          </a:xfrm>
          <a:prstGeom prst="roundRect">
            <a:avLst>
              <a:gd name="adj" fmla="val 5556"/>
            </a:avLst>
          </a:prstGeom>
          <a:solidFill>
            <a:srgbClr val="1320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350410" y="3282696"/>
            <a:ext cx="3628034" cy="54864"/>
          </a:xfrm>
          <a:prstGeom prst="rect">
            <a:avLst>
              <a:gd name="adj" fmla="val 166667"/>
            </a:avLst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496714" y="34107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496714" y="3904488"/>
            <a:ext cx="333542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serve como uma aliada estratégica, liberando tempo para atividades de maior valor.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58989" y="4727448"/>
            <a:ext cx="73152" cy="73152"/>
          </a:xfrm>
          <a:prstGeom prst="ellipse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1371600"/>
            <a:ext cx="5029200" cy="5029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36576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320040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56032" cy="128016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256032" cy="128016"/>
          </a:xfrm>
          <a:prstGeom prst="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54480"/>
            <a:ext cx="256032" cy="128016"/>
          </a:xfrm>
          <a:prstGeom prst="rect">
            <a:avLst>
              <a:gd name="adj" fmla="val 21429"/>
            </a:avLst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83080"/>
            <a:ext cx="256032" cy="128016"/>
          </a:xfrm>
          <a:prstGeom prst="rect">
            <a:avLst>
              <a:gd name="adj" fmla="val 21429"/>
            </a:avLst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011680"/>
            <a:ext cx="256032" cy="128016"/>
          </a:xfrm>
          <a:prstGeom prst="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645920"/>
            <a:ext cx="67054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77640"/>
            <a:ext cx="60958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FA3B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Artificial para Aumentar a Produtividade no Trabalho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7C3AED">
                    <a:alpha val="7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80015" y="5029200"/>
            <a:ext cx="457200" cy="457200"/>
          </a:xfrm>
          <a:prstGeom prst="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91495" y="5394960"/>
            <a:ext cx="685800" cy="685800"/>
          </a:xfrm>
          <a:prstGeom prst="rect">
            <a:avLst>
              <a:gd name="adj" fmla="val 5333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02975" y="5760720"/>
            <a:ext cx="914400" cy="914400"/>
          </a:xfrm>
          <a:prstGeom prst="rect">
            <a:avLst>
              <a:gd name="adj" fmla="val 4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9905695" y="6355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FA3BC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2026-03-09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106</Slides>
  <Notes>106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para Aumentar a Produtividade no Trabalho</dc:title>
  <dc:subject>PptxGenJS Presentation</dc:subject>
  <dc:creator>EduGenAI v2</dc:creator>
  <cp:lastModifiedBy>EduGenAI v2</cp:lastModifiedBy>
  <cp:revision>1</cp:revision>
  <dcterms:created xsi:type="dcterms:W3CDTF">2026-03-09T03:23:03Z</dcterms:created>
  <dcterms:modified xsi:type="dcterms:W3CDTF">2026-03-09T03:23:03Z</dcterms:modified>
</cp:coreProperties>
</file>