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A020"/>
                </a:solidFill>
                <a:latin typeface="Calibri"/>
              </a:rPr>
              <a:t>{{BADGE}}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173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{{TITLE}}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97680"/>
            <a:ext cx="108173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0B8D8"/>
                </a:solidFill>
                <a:latin typeface="Calibri"/>
              </a:rPr>
              <a:t>{{TAGLINE}}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43032" y="63825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1 / 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38251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B0CC"/>
                </a:solidFill>
                <a:latin typeface="Calibri"/>
              </a:rPr>
              <a:t>EduGenAI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64592"/>
            <a:ext cx="365760" cy="36576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3032" y="6382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1 / 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B0CC"/>
                </a:solidFill>
                <a:latin typeface="Calibri"/>
              </a:rPr>
              <a:t>EduGenAI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64592"/>
            <a:ext cx="2926080" cy="614476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" y="45720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47F17"/>
                </a:solidFill>
                <a:latin typeface="Calibri"/>
              </a:rPr>
              <a:t>ÍNDICE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" y="82296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Conteúdo
do Curso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" y="18288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A020"/>
                </a:solidFill>
                <a:latin typeface="Calibri"/>
              </a:rPr>
              <a:t>{{MODULE_COUNT}}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12344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7F17"/>
                </a:solidFill>
                <a:latin typeface="Calibri"/>
              </a:rPr>
              <a:t>{{NUM_1}}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1234440"/>
            <a:ext cx="367131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4"/>
                </a:solidFill>
                <a:latin typeface="Calibri"/>
              </a:rPr>
              <a:t>{{MOD_1}}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0574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7F17"/>
                </a:solidFill>
                <a:latin typeface="Calibri"/>
              </a:rPr>
              <a:t>{{NUM_2}}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057400"/>
            <a:ext cx="367131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4"/>
                </a:solidFill>
                <a:latin typeface="Calibri"/>
              </a:rPr>
              <a:t>{{MOD_2}}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8803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7F17"/>
                </a:solidFill>
                <a:latin typeface="Calibri"/>
              </a:rPr>
              <a:t>{{NUM_3}}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880360"/>
            <a:ext cx="367131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4"/>
                </a:solidFill>
                <a:latin typeface="Calibri"/>
              </a:rPr>
              <a:t>{{MOD_3}}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7033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7F17"/>
                </a:solidFill>
                <a:latin typeface="Calibri"/>
              </a:rPr>
              <a:t>{{NUM_4}}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703320"/>
            <a:ext cx="367131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4"/>
                </a:solidFill>
                <a:latin typeface="Calibri"/>
              </a:rPr>
              <a:t>{{MOD_4}}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45262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7F17"/>
                </a:solidFill>
                <a:latin typeface="Calibri"/>
              </a:rPr>
              <a:t>{{NUM_5}}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526280"/>
            <a:ext cx="367131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4"/>
                </a:solidFill>
                <a:latin typeface="Calibri"/>
              </a:rPr>
              <a:t>{{MOD_5}}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1796" y="12344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7F17"/>
                </a:solidFill>
                <a:latin typeface="Calibri"/>
              </a:rPr>
              <a:t>{{NUM_6}}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3276" y="1234440"/>
            <a:ext cx="367131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4"/>
                </a:solidFill>
                <a:latin typeface="Calibri"/>
              </a:rPr>
              <a:t>{{MOD_6}}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1796" y="20574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7F17"/>
                </a:solidFill>
                <a:latin typeface="Calibri"/>
              </a:rPr>
              <a:t>{{NUM_7}}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3276" y="2057400"/>
            <a:ext cx="367131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4"/>
                </a:solidFill>
                <a:latin typeface="Calibri"/>
              </a:rPr>
              <a:t>{{MOD_7}}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11796" y="28803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7F17"/>
                </a:solidFill>
                <a:latin typeface="Calibri"/>
              </a:rPr>
              <a:t>{{NUM_8}}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3276" y="2880360"/>
            <a:ext cx="367131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4"/>
                </a:solidFill>
                <a:latin typeface="Calibri"/>
              </a:rPr>
              <a:t>{{MOD_8}}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1796" y="37033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7F17"/>
                </a:solidFill>
                <a:latin typeface="Calibri"/>
              </a:rPr>
              <a:t>{{NUM_9}}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23276" y="3703320"/>
            <a:ext cx="367131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4"/>
                </a:solidFill>
                <a:latin typeface="Calibri"/>
              </a:rPr>
              <a:t>{{MOD_9}}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1796" y="45262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7F17"/>
                </a:solidFill>
                <a:latin typeface="Calibri"/>
              </a:rPr>
              <a:t>{{NUM_10}}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3276" y="4526280"/>
            <a:ext cx="367131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4"/>
                </a:solidFill>
                <a:latin typeface="Calibri"/>
              </a:rPr>
              <a:t>{{MOD_10}}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31352" y="91440"/>
            <a:ext cx="3474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 i="0">
                <a:solidFill>
                  <a:srgbClr val="FFFFFF"/>
                </a:solidFill>
                <a:latin typeface="Cambria"/>
              </a:rPr>
              <a:t>{{MODULE_NUMBER}}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80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47F17"/>
                </a:solidFill>
                <a:latin typeface="Calibri"/>
              </a:rPr>
              <a:t>{{MODULE_LABEL}}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1040587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{{TITLE}}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383280"/>
            <a:ext cx="2011680" cy="36576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493008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47F17"/>
                </a:solidFill>
                <a:latin typeface="Calibri"/>
              </a:rPr>
              <a:t>O QUE VOCÊ VAI APRENDER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913632"/>
            <a:ext cx="109728" cy="109728"/>
          </a:xfrm>
          <a:prstGeom prst="ellipse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3840480"/>
            <a:ext cx="102229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{{COMP_1}}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4736592"/>
            <a:ext cx="109728" cy="109728"/>
          </a:xfrm>
          <a:prstGeom prst="ellipse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4663440"/>
            <a:ext cx="102229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{{COMP_2}}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5559552"/>
            <a:ext cx="109728" cy="109728"/>
          </a:xfrm>
          <a:prstGeom prst="ellipse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5486400"/>
            <a:ext cx="102229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{{COMP_3}}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43032" y="6382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1 / 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38251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B0CC"/>
                </a:solidFill>
                <a:latin typeface="Calibri"/>
              </a:rPr>
              <a:t>EduGenAI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64592"/>
            <a:ext cx="365760" cy="36576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3032" y="6382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1 / 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B0CC"/>
                </a:solidFill>
                <a:latin typeface="Calibri"/>
              </a:rPr>
              <a:t>EduGenAI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1168"/>
            <a:ext cx="1097280" cy="274320"/>
          </a:xfrm>
          <a:prstGeom prst="round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{{LABEL}}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0352"/>
            <a:ext cx="110002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C1C24"/>
                </a:solidFill>
                <a:latin typeface="Cambria"/>
              </a:rPr>
              <a:t>{{TITLE}}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371600"/>
            <a:ext cx="73152" cy="201168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234440"/>
            <a:ext cx="107990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4"/>
                </a:solidFill>
                <a:latin typeface="Calibri"/>
              </a:rPr>
              <a:t>{{ITEM_1}}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2240280"/>
            <a:ext cx="73152" cy="201168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2103120"/>
            <a:ext cx="107990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4"/>
                </a:solidFill>
                <a:latin typeface="Calibri"/>
              </a:rPr>
              <a:t>{{ITEM_2}}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3108960"/>
            <a:ext cx="73152" cy="201168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2971800"/>
            <a:ext cx="107990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4"/>
                </a:solidFill>
                <a:latin typeface="Calibri"/>
              </a:rPr>
              <a:t>{{ITEM_3}}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3977640"/>
            <a:ext cx="73152" cy="201168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" y="3840480"/>
            <a:ext cx="107990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4"/>
                </a:solidFill>
                <a:latin typeface="Calibri"/>
              </a:rPr>
              <a:t>{{ITEM_4}}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4846320"/>
            <a:ext cx="73152" cy="201168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4709160"/>
            <a:ext cx="107990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4"/>
                </a:solidFill>
                <a:latin typeface="Calibri"/>
              </a:rPr>
              <a:t>{{ITEM_5}}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64592"/>
            <a:ext cx="365760" cy="36576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3032" y="6382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1 / 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B0CC"/>
                </a:solidFill>
                <a:latin typeface="Calibri"/>
              </a:rPr>
              <a:t>EduGenAI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1168"/>
            <a:ext cx="1097280" cy="274320"/>
          </a:xfrm>
          <a:prstGeom prst="round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{{LABEL}}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0352"/>
            <a:ext cx="110002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C1C24"/>
                </a:solidFill>
                <a:latin typeface="Cambria"/>
              </a:rPr>
              <a:t>{{TITLE}}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554480"/>
            <a:ext cx="5385816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554480"/>
            <a:ext cx="5385816" cy="731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719072"/>
            <a:ext cx="50200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Calibri"/>
              </a:rPr>
              <a:t>{{CARD1_TITLE}}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04288"/>
            <a:ext cx="5020056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4"/>
                </a:solidFill>
                <a:latin typeface="Calibri"/>
              </a:rPr>
              <a:t>{{CARD1_BODY}}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8776" y="1554480"/>
            <a:ext cx="5385816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8776" y="1554480"/>
            <a:ext cx="5385816" cy="73152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1656" y="1719072"/>
            <a:ext cx="50200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DA4"/>
                </a:solidFill>
                <a:latin typeface="Calibri"/>
              </a:rPr>
              <a:t>{{CARD2_TITLE}}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1656" y="2304288"/>
            <a:ext cx="5020056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4"/>
                </a:solidFill>
                <a:latin typeface="Calibri"/>
              </a:rPr>
              <a:t>{{CARD2_BODY}}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64592"/>
            <a:ext cx="365760" cy="36576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3032" y="6382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1 / 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B0CC"/>
                </a:solidFill>
                <a:latin typeface="Calibri"/>
              </a:rPr>
              <a:t>EduGenAI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1168"/>
            <a:ext cx="1097280" cy="274320"/>
          </a:xfrm>
          <a:prstGeom prst="round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{{LABEL}}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0352"/>
            <a:ext cx="110002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C1C24"/>
                </a:solidFill>
                <a:latin typeface="Cambria"/>
              </a:rPr>
              <a:t>{{TITLE}}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554480"/>
            <a:ext cx="3544824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554480"/>
            <a:ext cx="3544824" cy="731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719072"/>
            <a:ext cx="32705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  <a:latin typeface="Calibri"/>
              </a:rPr>
              <a:t>{{CARD1_TITLE}}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304288"/>
            <a:ext cx="32705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C24"/>
                </a:solidFill>
                <a:latin typeface="Calibri"/>
              </a:rPr>
              <a:t>{{CARD1_BODY}}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2064" y="1554480"/>
            <a:ext cx="3544824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2064" y="1554480"/>
            <a:ext cx="3544824" cy="73152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9224" y="1719072"/>
            <a:ext cx="32705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6DA4"/>
                </a:solidFill>
                <a:latin typeface="Calibri"/>
              </a:rPr>
              <a:t>{{CARD2_TITLE}}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9224" y="2304288"/>
            <a:ext cx="32705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C24"/>
                </a:solidFill>
                <a:latin typeface="Calibri"/>
              </a:rPr>
              <a:t>{{CARD2_BODY}}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9768" y="1554480"/>
            <a:ext cx="3544824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9768" y="1554480"/>
            <a:ext cx="3544824" cy="73152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6928" y="1719072"/>
            <a:ext cx="32705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47F17"/>
                </a:solidFill>
                <a:latin typeface="Calibri"/>
              </a:rPr>
              <a:t>{{CARD3_TITLE}}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6928" y="2304288"/>
            <a:ext cx="32705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C24"/>
                </a:solidFill>
                <a:latin typeface="Calibri"/>
              </a:rPr>
              <a:t>{{CARD3_BODY}}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64592"/>
            <a:ext cx="365760" cy="36576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3032" y="6382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1 / 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B0CC"/>
                </a:solidFill>
                <a:latin typeface="Calibri"/>
              </a:rPr>
              <a:t>EduGenAI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1168"/>
            <a:ext cx="1097280" cy="274320"/>
          </a:xfrm>
          <a:prstGeom prst="round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{{LABEL}}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0352"/>
            <a:ext cx="110002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C1C24"/>
                </a:solidFill>
                <a:latin typeface="Cambria"/>
              </a:rPr>
              <a:t>{{TITLE}}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508760"/>
            <a:ext cx="5408676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508760"/>
            <a:ext cx="5408676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18488"/>
            <a:ext cx="51343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  <a:latin typeface="Calibri"/>
              </a:rPr>
              <a:t>{{CARD1_TITLE}}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075688"/>
            <a:ext cx="51343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C24"/>
                </a:solidFill>
                <a:latin typeface="Calibri"/>
              </a:rPr>
              <a:t>{{CARD1_BODY}}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5916" y="1508760"/>
            <a:ext cx="5408676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5916" y="1508760"/>
            <a:ext cx="5408676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3076" y="1618488"/>
            <a:ext cx="51343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6DA4"/>
                </a:solidFill>
                <a:latin typeface="Calibri"/>
              </a:rPr>
              <a:t>{{CARD2_TITLE}}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3076" y="2075688"/>
            <a:ext cx="51343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C24"/>
                </a:solidFill>
                <a:latin typeface="Calibri"/>
              </a:rPr>
              <a:t>{{CARD2_BODY}}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3429000"/>
            <a:ext cx="5408676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" y="3429000"/>
            <a:ext cx="5408676" cy="54864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538728"/>
            <a:ext cx="51343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47F17"/>
                </a:solidFill>
                <a:latin typeface="Calibri"/>
              </a:rPr>
              <a:t>{{CARD3_TITLE}}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995928"/>
            <a:ext cx="51343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C24"/>
                </a:solidFill>
                <a:latin typeface="Calibri"/>
              </a:rPr>
              <a:t>{{CARD3_BODY}}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3429000"/>
            <a:ext cx="5408676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85916" y="3429000"/>
            <a:ext cx="5408676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23076" y="3538728"/>
            <a:ext cx="51343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6DA4"/>
                </a:solidFill>
                <a:latin typeface="Calibri"/>
              </a:rPr>
              <a:t>{{CARD4_TITLE}}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6" y="3995928"/>
            <a:ext cx="51343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C24"/>
                </a:solidFill>
                <a:latin typeface="Calibri"/>
              </a:rPr>
              <a:t>{{CARD4_BODY}}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64592"/>
            <a:ext cx="365760" cy="36576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3032" y="6382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1 / 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B0CC"/>
                </a:solidFill>
                <a:latin typeface="Calibri"/>
              </a:rPr>
              <a:t>EduGenAI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1168"/>
            <a:ext cx="1097280" cy="274320"/>
          </a:xfrm>
          <a:prstGeom prst="round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{{LABEL}}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0352"/>
            <a:ext cx="110002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C1C24"/>
                </a:solidFill>
                <a:latin typeface="Cambria"/>
              </a:rPr>
              <a:t>{{TITLE}}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2720340"/>
            <a:ext cx="2039112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720340"/>
            <a:ext cx="2039112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857500"/>
            <a:ext cx="347472" cy="347472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14700"/>
            <a:ext cx="185623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C24"/>
                </a:solidFill>
                <a:latin typeface="Calibri"/>
              </a:rPr>
              <a:t>{{STEP_1}}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70048" y="3662172"/>
            <a:ext cx="128016" cy="36576"/>
          </a:xfrm>
          <a:prstGeom prst="rect">
            <a:avLst/>
          </a:prstGeom>
          <a:solidFill>
            <a:srgbClr val="6B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34640" y="2720340"/>
            <a:ext cx="2039112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834640" y="2720340"/>
            <a:ext cx="2039112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71800" y="2857500"/>
            <a:ext cx="347472" cy="347472"/>
          </a:xfrm>
          <a:prstGeom prst="ellipse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3314700"/>
            <a:ext cx="185623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C24"/>
                </a:solidFill>
                <a:latin typeface="Calibri"/>
              </a:rPr>
              <a:t>{{STEP_2}}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10328" y="3662172"/>
            <a:ext cx="128016" cy="36576"/>
          </a:xfrm>
          <a:prstGeom prst="rect">
            <a:avLst/>
          </a:prstGeom>
          <a:solidFill>
            <a:srgbClr val="6B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74920" y="2720340"/>
            <a:ext cx="2039112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74920" y="2720340"/>
            <a:ext cx="2039112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12080" y="2857500"/>
            <a:ext cx="347472" cy="347472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3314700"/>
            <a:ext cx="185623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C24"/>
                </a:solidFill>
                <a:latin typeface="Calibri"/>
              </a:rPr>
              <a:t>{{STEP_3}}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50608" y="3662172"/>
            <a:ext cx="128016" cy="36576"/>
          </a:xfrm>
          <a:prstGeom prst="rect">
            <a:avLst/>
          </a:prstGeom>
          <a:solidFill>
            <a:srgbClr val="6B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2720340"/>
            <a:ext cx="2039112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5200" y="2720340"/>
            <a:ext cx="2039112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452360" y="2857500"/>
            <a:ext cx="347472" cy="347472"/>
          </a:xfrm>
          <a:prstGeom prst="ellipse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314700"/>
            <a:ext cx="185623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C24"/>
                </a:solidFill>
                <a:latin typeface="Calibri"/>
              </a:rPr>
              <a:t>{{STEP_4}}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90888" y="3662172"/>
            <a:ext cx="128016" cy="36576"/>
          </a:xfrm>
          <a:prstGeom prst="rect">
            <a:avLst/>
          </a:prstGeom>
          <a:solidFill>
            <a:srgbClr val="6B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55480" y="2720340"/>
            <a:ext cx="2039112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55480" y="2720340"/>
            <a:ext cx="2039112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692640" y="2857500"/>
            <a:ext cx="347472" cy="347472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6920" y="3314700"/>
            <a:ext cx="185623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C24"/>
                </a:solidFill>
                <a:latin typeface="Calibri"/>
              </a:rPr>
              <a:t>{{STEP_5}}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64592"/>
            <a:ext cx="365760" cy="36576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3032" y="6382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1 / 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B0CC"/>
                </a:solidFill>
                <a:latin typeface="Calibri"/>
              </a:rPr>
              <a:t>EduGenAI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1168"/>
            <a:ext cx="1097280" cy="274320"/>
          </a:xfrm>
          <a:prstGeom prst="round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{{LABEL}}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0352"/>
            <a:ext cx="110002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C1C24"/>
                </a:solidFill>
                <a:latin typeface="Cambria"/>
              </a:rPr>
              <a:t>{{TITLE}}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234440"/>
            <a:ext cx="5431536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307592"/>
            <a:ext cx="51572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{{LEFT_HEADER}}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1737360"/>
            <a:ext cx="5431536" cy="8778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847088"/>
            <a:ext cx="515721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4"/>
                </a:solidFill>
                <a:latin typeface="Calibri"/>
              </a:rPr>
              <a:t>{{LEFT_1}}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2743200"/>
            <a:ext cx="5431536" cy="8778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852928"/>
            <a:ext cx="515721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4"/>
                </a:solidFill>
                <a:latin typeface="Calibri"/>
              </a:rPr>
              <a:t>{{LEFT_2}}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3749040"/>
            <a:ext cx="5431536" cy="8778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858768"/>
            <a:ext cx="515721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4"/>
                </a:solidFill>
                <a:latin typeface="Calibri"/>
              </a:rPr>
              <a:t>{{LEFT_3}}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4754880"/>
            <a:ext cx="5431536" cy="8778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864608"/>
            <a:ext cx="515721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4"/>
                </a:solidFill>
                <a:latin typeface="Calibri"/>
              </a:rPr>
              <a:t>{{LEFT_4}}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63056" y="1234440"/>
            <a:ext cx="5431536" cy="41148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0216" y="1307592"/>
            <a:ext cx="51572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{{RIGHT_HEADER}}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63056" y="1737360"/>
            <a:ext cx="5431536" cy="8778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0216" y="1847088"/>
            <a:ext cx="515721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4"/>
                </a:solidFill>
                <a:latin typeface="Calibri"/>
              </a:rPr>
              <a:t>{{RIGHT_1}}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63056" y="2743200"/>
            <a:ext cx="5431536" cy="8778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0216" y="2852928"/>
            <a:ext cx="515721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4"/>
                </a:solidFill>
                <a:latin typeface="Calibri"/>
              </a:rPr>
              <a:t>{{RIGHT_2}}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63056" y="3749040"/>
            <a:ext cx="5431536" cy="8778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0216" y="3858768"/>
            <a:ext cx="515721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4"/>
                </a:solidFill>
                <a:latin typeface="Calibri"/>
              </a:rPr>
              <a:t>{{RIGHT_3}}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63056" y="4754880"/>
            <a:ext cx="5431536" cy="8778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0216" y="4864608"/>
            <a:ext cx="515721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4"/>
                </a:solidFill>
                <a:latin typeface="Calibri"/>
              </a:rPr>
              <a:t>{{RIGHT_4}}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64592"/>
            <a:ext cx="365760" cy="36576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3032" y="6382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1 / 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B0CC"/>
                </a:solidFill>
                <a:latin typeface="Calibri"/>
              </a:rPr>
              <a:t>EduGenAI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1168"/>
            <a:ext cx="1097280" cy="274320"/>
          </a:xfrm>
          <a:prstGeom prst="round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{{LABEL}}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0352"/>
            <a:ext cx="110002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C1C24"/>
                </a:solidFill>
                <a:latin typeface="Cambria"/>
              </a:rPr>
              <a:t>{{TITLE}}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707892"/>
            <a:ext cx="11000232" cy="365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29791" y="3561588"/>
            <a:ext cx="329184" cy="329184"/>
          </a:xfrm>
          <a:prstGeom prst="ellipse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36292"/>
            <a:ext cx="201716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C1C24"/>
                </a:solidFill>
                <a:latin typeface="Calibri"/>
              </a:rPr>
              <a:t>{{ITEM_1}}</a:t>
            </a:r>
          </a:p>
        </p:txBody>
      </p:sp>
      <p:sp>
        <p:nvSpPr>
          <p:cNvPr id="13" name="Oval 12"/>
          <p:cNvSpPr/>
          <p:nvPr/>
        </p:nvSpPr>
        <p:spPr>
          <a:xfrm>
            <a:off x="3729837" y="3561588"/>
            <a:ext cx="329184" cy="329184"/>
          </a:xfrm>
          <a:prstGeom prst="ellipse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5846" y="4027932"/>
            <a:ext cx="201716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C1C24"/>
                </a:solidFill>
                <a:latin typeface="Calibri"/>
              </a:rPr>
              <a:t>{{ITEM_2}}</a:t>
            </a:r>
          </a:p>
        </p:txBody>
      </p:sp>
      <p:sp>
        <p:nvSpPr>
          <p:cNvPr id="15" name="Oval 14"/>
          <p:cNvSpPr/>
          <p:nvPr/>
        </p:nvSpPr>
        <p:spPr>
          <a:xfrm>
            <a:off x="5929884" y="3561588"/>
            <a:ext cx="329184" cy="329184"/>
          </a:xfrm>
          <a:prstGeom prst="ellipse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85892" y="2336292"/>
            <a:ext cx="201716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C1C24"/>
                </a:solidFill>
                <a:latin typeface="Calibri"/>
              </a:rPr>
              <a:t>{{ITEM_3}}</a:t>
            </a:r>
          </a:p>
        </p:txBody>
      </p:sp>
      <p:sp>
        <p:nvSpPr>
          <p:cNvPr id="17" name="Oval 16"/>
          <p:cNvSpPr/>
          <p:nvPr/>
        </p:nvSpPr>
        <p:spPr>
          <a:xfrm>
            <a:off x="8129930" y="3561588"/>
            <a:ext cx="329184" cy="329184"/>
          </a:xfrm>
          <a:prstGeom prst="ellipse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85939" y="4027932"/>
            <a:ext cx="201716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C1C24"/>
                </a:solidFill>
                <a:latin typeface="Calibri"/>
              </a:rPr>
              <a:t>{{ITEM_4}}</a:t>
            </a:r>
          </a:p>
        </p:txBody>
      </p:sp>
      <p:sp>
        <p:nvSpPr>
          <p:cNvPr id="19" name="Oval 18"/>
          <p:cNvSpPr/>
          <p:nvPr/>
        </p:nvSpPr>
        <p:spPr>
          <a:xfrm>
            <a:off x="10329976" y="3561588"/>
            <a:ext cx="329184" cy="329184"/>
          </a:xfrm>
          <a:prstGeom prst="ellipse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85985" y="2336292"/>
            <a:ext cx="201716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C1C24"/>
                </a:solidFill>
                <a:latin typeface="Calibri"/>
              </a:rPr>
              <a:t>{{ITEM_5}}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64592"/>
            <a:ext cx="365760" cy="36576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3032" y="6382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1 / 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B0CC"/>
                </a:solidFill>
                <a:latin typeface="Calibri"/>
              </a:rPr>
              <a:t>EduGenAI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1168"/>
            <a:ext cx="1097280" cy="274320"/>
          </a:xfrm>
          <a:prstGeom prst="round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{{LABEL}}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0352"/>
            <a:ext cx="110002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C1C24"/>
                </a:solidFill>
                <a:latin typeface="Cambria"/>
              </a:rPr>
              <a:t>{{TITLE}}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234440"/>
            <a:ext cx="5271516" cy="365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581912"/>
            <a:ext cx="54864" cy="164592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399032"/>
            <a:ext cx="510692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4"/>
                </a:solidFill>
                <a:latin typeface="Calibri"/>
              </a:rPr>
              <a:t>{{L1}}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542032"/>
            <a:ext cx="54864" cy="164592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359152"/>
            <a:ext cx="510692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4"/>
                </a:solidFill>
                <a:latin typeface="Calibri"/>
              </a:rPr>
              <a:t>{{L2}}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502152"/>
            <a:ext cx="54864" cy="164592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" y="3319272"/>
            <a:ext cx="510692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4"/>
                </a:solidFill>
                <a:latin typeface="Calibri"/>
              </a:rPr>
              <a:t>{{L3}}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4462272"/>
            <a:ext cx="54864" cy="164592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279392"/>
            <a:ext cx="510692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4"/>
                </a:solidFill>
                <a:latin typeface="Calibri"/>
              </a:rPr>
              <a:t>{{L4}}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23076" y="1234440"/>
            <a:ext cx="5271516" cy="36576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23076" y="1581912"/>
            <a:ext cx="54864" cy="164592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7668" y="1399032"/>
            <a:ext cx="510692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4"/>
                </a:solidFill>
                <a:latin typeface="Calibri"/>
              </a:rPr>
              <a:t>{{R1}}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3076" y="2542032"/>
            <a:ext cx="54864" cy="164592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7668" y="2359152"/>
            <a:ext cx="510692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4"/>
                </a:solidFill>
                <a:latin typeface="Calibri"/>
              </a:rPr>
              <a:t>{{R2}}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23076" y="3502152"/>
            <a:ext cx="54864" cy="164592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319272"/>
            <a:ext cx="510692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4"/>
                </a:solidFill>
                <a:latin typeface="Calibri"/>
              </a:rPr>
              <a:t>{{R3}}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23076" y="4462272"/>
            <a:ext cx="54864" cy="164592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7668" y="4279392"/>
            <a:ext cx="510692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4"/>
                </a:solidFill>
                <a:latin typeface="Calibri"/>
              </a:rPr>
              <a:t>{{R4}}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4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47F17"/>
                </a:solidFill>
                <a:latin typeface="Calibri"/>
              </a:rPr>
              <a:t>{{LABEL}}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8368"/>
            <a:ext cx="108173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mbria"/>
              </a:rPr>
              <a:t>{{TITLE}}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72768"/>
            <a:ext cx="329184" cy="329184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63040"/>
            <a:ext cx="1036015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Calibri"/>
              </a:rPr>
              <a:t>{{ITEM_1}}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441448"/>
            <a:ext cx="329184" cy="329184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331720"/>
            <a:ext cx="1036015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Calibri"/>
              </a:rPr>
              <a:t>{{ITEM_2}}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310128"/>
            <a:ext cx="329184" cy="329184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200400"/>
            <a:ext cx="1036015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Calibri"/>
              </a:rPr>
              <a:t>{{ITEM_3}}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178808"/>
            <a:ext cx="329184" cy="329184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069080"/>
            <a:ext cx="1036015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Calibri"/>
              </a:rPr>
              <a:t>{{ITEM_4}}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5047488"/>
            <a:ext cx="329184" cy="329184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937760"/>
            <a:ext cx="1036015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Calibri"/>
              </a:rPr>
              <a:t>{{ITEM_5}}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43032" y="6382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1 / 45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38251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B0CC"/>
                </a:solidFill>
                <a:latin typeface="Calibri"/>
              </a:rPr>
              <a:t>EduGenAI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65760"/>
            <a:ext cx="10817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47F17"/>
                </a:solidFill>
                <a:latin typeface="Calibri"/>
              </a:rPr>
              <a:t>PARABÉNS!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77240"/>
            <a:ext cx="108173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{{COURSE_TITLE}}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1828800" cy="36576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47F17"/>
                </a:solidFill>
                <a:latin typeface="Calibri"/>
              </a:rPr>
              <a:t>PRÓXIMOS PASSOS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78608"/>
            <a:ext cx="320040" cy="320040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487168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{{NEXT_1}}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419856"/>
            <a:ext cx="320040" cy="320040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328416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{{NEXT_2}}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261104"/>
            <a:ext cx="320040" cy="320040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169664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{{NEXT_3}}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5102352"/>
            <a:ext cx="320040" cy="320040"/>
          </a:xfrm>
          <a:prstGeom prst="rect">
            <a:avLst/>
          </a:prstGeom>
          <a:solidFill>
            <a:srgbClr val="C4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5010912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{{NEXT_4}}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2" y="6382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1 / 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38251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B0CC"/>
                </a:solidFill>
                <a:latin typeface="Calibri"/>
              </a:rPr>
              <a:t>EduGenAI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