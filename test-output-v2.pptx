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1828800"/>
            <a:ext cx="1097188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Inteligência Artificial na Prática: Aplicações Reais para Profissionais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09905" y="4114800"/>
            <a:ext cx="1097188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Gerado por EduGenAI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905" y="457200"/>
            <a:ext cx="1097188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você vai aprender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905" y="14630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59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49985" y="1463040"/>
            <a:ext cx="43887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Desmistificando a Inteligência Artificial para Profissionais Não Técnicos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547253" y="1463040"/>
            <a:ext cx="57053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## Módulo 1: Desmistificando a Inteligência Artificial para Profissionais Não.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9905" y="2194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49985" y="2194560"/>
            <a:ext cx="43887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Acessíveis e Sem Código para o Dia a Dia Profissional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47253" y="2194560"/>
            <a:ext cx="57053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## Módulo 2: Ferramentas de IA Acessíveis e Sem Código para o Dia a Dia.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5" y="2926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49985" y="2926080"/>
            <a:ext cx="43887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para Análise de Dados e Geração de Insights Estratégicos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547253" y="2926080"/>
            <a:ext cx="57053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## Módulo 3: IA para Análise de Dados e Geração de Insights Estratégicos ### 🎯.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905" y="36576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49985" y="3657600"/>
            <a:ext cx="43887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e a Otimização da Experiência do Cliente e do Engajamento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47253" y="3657600"/>
            <a:ext cx="57053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## Módulo 4: IA e a Otimização da Experiência do Cliente e do Engajamento ###.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3891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B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49985" y="4389120"/>
            <a:ext cx="43887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e o Futuro do Trabalho: Oportunidades e Considerações Éticas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547253" y="4389120"/>
            <a:ext cx="57053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## Módulo 5: IA e o Futuro do Trabalho: Oportunidades e Considerações Éticas.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9" name="Text 1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59B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713172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Desmistificando a Inteligência Artificial para Profissionais Não Técnicos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006" y="256032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os conceitos fundamentais da Inteligência Artificial (IA).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006" y="315468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Distinguir os principais tipos de IA e suas aplicações práticas.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006" y="374904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Identificar o impacto transformador da IA em diversas indústrias e o potencial em sua área.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822960"/>
          </a:xfrm>
          <a:prstGeom prst="roundRect">
            <a:avLst>
              <a:gd name="adj" fmla="val 8889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792785" y="1600200"/>
            <a:ext cx="1060612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é um campo da ciência da computação. Ela foca na criação de sistemas capazes de realizar tarefas que, tipicamente, exigiriam inteligência humana.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905" y="2651760"/>
            <a:ext cx="2537231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envolve desenvolver algoritmos que permitem às máquinas aprender, raciocinar, perceber, compreender e agir. O objetivo é alcançar metas específicas.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21456" y="2651760"/>
            <a:ext cx="2537231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3421456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busca aumentar e complementar a inteligência humana. Ela automatiza tarefas repetitivas e complexas, além de identificar padrões difíceis para humanos.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2651760"/>
            <a:ext cx="2537231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233008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replica capacidades cognitivas humanas em máquinas, como aprendizado e tomada de decisões.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4559" y="2651760"/>
            <a:ext cx="2537231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4" name="Text 12"/>
          <p:cNvSpPr/>
          <p:nvPr/>
        </p:nvSpPr>
        <p:spPr>
          <a:xfrm>
            <a:off x="9044559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permite que sistemas computacionais resolvam problemas e executem tarefas de forma autônoma.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interpreta dados e age sobre eles, com base em um objetivo pré-determinado.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crucial diferenciar IA de automação simples, pois a IA implica capacidade de "pensar" e adaptar.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está presente em diversas tecnologias diárias, muitas vezes sem que percebamos.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905" y="155448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7105" y="155448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não é única, mas um campo vasto com ramificações. Classificá-las ajuda a entender suas capacidades e limitações.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fraca é projetada para executar uma tarefa específica com alta eficiência.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possui inteligência em um domínio muito limitado, sem aprendizado generalizado.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Exemplos incluem assistentes de voz, sistemas de recomendação e filtros de spam.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maioria das aplicações de IA atuais são exemplos de IA fraca.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não realiza tarefas fora de sua programação original ou do contexto de treinamento.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 é um subcampo da IA que permite aos sistemas aprender a partir de dados.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Ele identifica padrões em grandes volumes de dados para fazer previsões ou tomar decisões.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o motor por trás de muitas aplicações de IA, como reconhecimento facial e detecção de fraudes.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Tipos de aprendizado incluem supervisionado, não supervisionado e por reforço.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 (Parte 3)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qualidade dos dados de treinamento é crucial para o desempenho dos modelos de ML.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Deep Learning é um subcampo do Machine Learning que usa redes neurais artificiais de várias camadas.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Inspirado no cérebro humano, permite aprender representações de dados em vários níveis.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eficaz para tarefas complexas como reconhecimento de imagem e processamento de linguagem natural.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Exige grandes volumes de dados e poder computacional significativo para treinamento.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 (Parte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Deep Learning alcançaram resultados impressionantes em visão computacional.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PLN é um ramo da IA que permite aos computadores entender, interpretar e gerar linguagem humana.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Facilita a comunicação entre humanos e máquinas de forma mais natural e intuitiva.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incluem chatbots, tradução automática, análise de sentimentos e sumarização de textos.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fundamental para assistentes virtuais como Siri, Alexa e Google Assistant.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 (Parte 5)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PLN busca resolver a complexidade da linguagem humana, incluindo suas nuances.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Visão Computacional é um campo da IA que treina computadores para "ver" e interpretar o mundo visual.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Capacita máquinas a processar, analisar e compreender imagens e vídeos.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Usada em reconhecimento facial, detecção de objetos, carros autônomos e diagnósticos médicos.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Permite a automatização de inspeções de qualidade e o monitoramento em tempo real.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 (Parte 6)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visão computacional extraem informações complexas de dados visuais.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5" y="1554480"/>
            <a:ext cx="3535375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7" name="Text 5"/>
          <p:cNvSpPr/>
          <p:nvPr/>
        </p:nvSpPr>
        <p:spPr>
          <a:xfrm>
            <a:off x="747065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é uma força transformadora, remodelando indústrias globalmente. Sua capacidade de processar dados, automatizar tarefas e gerar insights impulsiona.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8160" y="1554480"/>
            <a:ext cx="3535375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4465320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Entender esse impacto é fundamental para profissionais, pois a IA muda as operações das empresas. Ela redefine as expectativas dos clientes e a dinâmica competitiva do mercado.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41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415" y="1554480"/>
            <a:ext cx="3535375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575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repetitivas e manuais em diversos setores.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905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9905" y="4023360"/>
            <a:ext cx="3535375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6" name="Text 14"/>
          <p:cNvSpPr/>
          <p:nvPr/>
        </p:nvSpPr>
        <p:spPr>
          <a:xfrm>
            <a:off x="747065" y="416052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otimiza processos, reduzindo custos e aumentando a velocidade das operações.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28160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28160" y="4023360"/>
            <a:ext cx="3535375" cy="54864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9" name="Text 17"/>
          <p:cNvSpPr/>
          <p:nvPr/>
        </p:nvSpPr>
        <p:spPr>
          <a:xfrm>
            <a:off x="4465320" y="416052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IA analisam grandes volumes de dados para identificar gargalos e ineficiências.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produtividade das equipes eleva-se ao delegar tarefas rotineiras à IA.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Empresas podem focar recursos humanos em atividades estratégicas e criativas.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permite criar experiências personalizadas em grande escala para os clientes.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recomendação ajustam ofertas com base no comportamento individual.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Chatbots e assistentes virtuais oferecem suporte ao cliente 24 horas por dia.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3)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do cliente por IA melhora a segmentação de marketing.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resultados incluem maior satisfação do cliente e aumento da lealdade à marca.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acelera a pesquisa e o desenvolvimento de novos produtos e serviços inovadores.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simula cenários complexos, testando ideias antes de investimentos.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preditiva da IA identifica tendências de mercado e novas oportunidades.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auxiliam na geração de designs, textos e até músicas originais.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Novos modelos de negócio baseados em IA estão emergindo em diversos setores.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fornece insights baseados em dados que aprimoram decisões estratégicas.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processa informações complexas mais rapidamente e com menos vieses humanos.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preditivos da IA ajudam a antecipar riscos e oportunidades futuras.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5)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Decisões financeiras, logísticas e de marketing são otimizadas com o suporte da IA.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resulta em decisões mais informadas e com maior probabilidade de sucesso.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Inteligência Artificial já impacta a sua área de atuação ou o seu dia a dia profissional, mesmo que você não perceba diretamente?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Marketing e Vendas: Análise de sentimentos, personalização de campanhas e chatbots de atendimento.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Recursos Humanos: Triagem inteligente de currículos, análise de desempenho e plataformas de aprendizado adaptativo.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6)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Finanças: Detecção de fraudes, scoring de crédito e robôs de investimento.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Saúde: Diagnóstico auxiliar por imagem, monitoramento de pacientes e descoberta de medicamentos.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Educação: Tutoriais adaptativos, personalização de conteúdo e detecção de plágio.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Advocacia: Análise de contratos, pesquisa jurídica de precedentes e automação de documentos.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 Projetos: Otimização de cronogramas, alocação de recursos e análise de riscos.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884225" y="1737360"/>
            <a:ext cx="1042324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desmistificamos a Inteligência Artificial, definindo-a e diferenciando-a de mitos comuns.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600200"/>
            <a:ext cx="365760" cy="3657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609905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2825" y="157276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permite que máquinas realizem tarefas que exigem intelecto humano.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94560"/>
            <a:ext cx="365760" cy="3657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2825" y="216712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não é ficção científica, mas uma realidade presente, transformando trabalho e vida.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27889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2825" y="276148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Existem diferentes tipos de IA, sendo a IA Fraca a base das aplicações diárias.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905" y="338328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609905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2825" y="335584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 e Deep Learning são subcampos cruciais que permitem à IA aprender com dados.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9905" y="3977640"/>
            <a:ext cx="365760" cy="36576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609905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2825" y="395020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PLN e Visão Computacional são tecnologias que interagem e interpretam linguagem e imagens.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aumenta a eficiência, personaliza a experiência do cliente e impulsiona a inovação.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98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713172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Acessíveis e Sem Código para o Dia a Dia Profissional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006" y="256032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Navegar pelo universo das ferramentas de Inteligência Artificial que não exigem programação.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006" y="315468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Capacitar profissionais para incorporar a IA em suas rotinas de trabalho, independentemente da formação técnica.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006" y="374904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Otimizar processos e facilitar a tomada de decisões através do uso estratégico de IA acessível.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822960"/>
          </a:xfrm>
          <a:prstGeom prst="roundRect">
            <a:avLst>
              <a:gd name="adj" fmla="val 8889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792785" y="1600200"/>
            <a:ext cx="1060612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democratização da Inteligência Artificial (IA) é uma realidade. Ferramentas No-Code (sem código) e Low-Code (baixo código) tornaram a IA acessível a todos.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905" y="2651760"/>
            <a:ext cx="3474415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2788920"/>
            <a:ext cx="347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Essas plataformas oferecem interfaces intuitivas e funcionalidades prontas para uso.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8640" y="2651760"/>
            <a:ext cx="3474415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4358640" y="2788920"/>
            <a:ext cx="347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Elas permitem que profissionais não técnicos aproveitem o poder da IA.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07375" y="2651760"/>
            <a:ext cx="3474415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8107375" y="2788920"/>
            <a:ext cx="347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foco é usar a IA para aumentar a produtividade e a eficiência profissional.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4" name="Text 12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No-Code e Low-Code simplifica o desenvolvimento e uso de soluções inteligentes.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No-Code: Permite criar soluções de IA sem escrever código.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Low-Code: Oferece uma base visual, com opção de código customizado para refinamentos.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Essas abordagens aceleram o desenvolvimento e reduzem custos.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Elas permitem a criação de soluções próprias, quebrando barreiras técnicas.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554480"/>
          <a:ext cx="10971886" cy="914400"/>
        </p:xfrm>
        <a:graphic>
          <a:graphicData uri="http://schemas.openxmlformats.org/drawingml/2006/table">
            <a:tbl>
              <a:tblPr/>
              <a:tblGrid>
                <a:gridCol w="3657295"/>
                <a:gridCol w="3657295"/>
                <a:gridCol w="36572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Aspecto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No-Code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Low-Code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🚀 Desenvolvimento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Não exige conhecimento de programação.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Exige algum conhecimento técnico para personalização.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🎨 Interface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Visual, "arrastar e soltar", formulários.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Principalmente visual, com blocos de código para ajustes.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🛠️ Flexibilidade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Limitada às funcionalidades pré-configuradas.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Maior flexibilidade, permite personalização avançada.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⚡ Rapidez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Muito mais rápido para implementação de soluções simples.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Mais rápido que o desenvolvimento tradicional, mas exige mais tempo que No-Code.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🎯 Público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Profissionais não técnicos, usuários de negócios.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Desenvolvedores cidadãos, equipes de TI com foco em agilidade.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Categorias de Ferramentas de IA Acessíveis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554480"/>
          <a:ext cx="10971886" cy="914400"/>
        </p:xfrm>
        <a:graphic>
          <a:graphicData uri="http://schemas.openxmlformats.org/drawingml/2006/table">
            <a:tbl>
              <a:tblPr/>
              <a:tblGrid>
                <a:gridCol w="3657295"/>
                <a:gridCol w="3657295"/>
                <a:gridCol w="36572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Categoria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Definição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Aplicações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💬 Assistentes Virtuais e Chatbots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Sistemas que simulam conversas humanas por texto ou voz.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Melhoram atendimento ao cliente, suporte interno e automação de FAQ.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✍️ Automação de Texto e Geração de Conteúdo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Utilizam Modelos de Linguagem para gerar, resumir e refinar textos.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Agilizam a criação de conteúdo, superam bloqueios criativos e otimizam a comunicação.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📊 Análise de Dados e Visualização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Plataformas que usam IA para identificar padrões e tendências em dados.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Melhoram a tomada de decisões, identificam oportunidades e otimizam estratégias.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🔄 Automação de Fluxos de Trabalho (RPA)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Softwares que imitam ações humanas para automatizar tarefas repetitivas.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Aumentam a eficiência operacional, reduzem erros e liberam colaboradores.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👁️ Reconhecimento de Imagem e Visão Computacional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Soluções que analisam imagens e vídeos para identificar e entender conteúdo.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Otimizam inventário, melhoram segurança ou categorizam mídias visuais.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DF2E9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4225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Item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4225" y="205740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Vamos ver alguns exemplos de ferramentas populares em cada categoria.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4225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Botsify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4225" y="324612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 chatbots para sites, Facebook Messenger e WhatsApp via arrastar e soltar.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4225" y="4114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ManyChat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4225" y="443484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Focado em marketing e vendas, automatiza conversas no Facebook Messenger e Instagram DMs.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4225" y="5303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Landbot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4225" y="562356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 chatbots interativos para web e WhatsApp com interface visual.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4225" y="6492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ChatGPT (OpenAI)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4225" y="681228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Poderoso para geração de texto, brainstorming, escrita criativa e resumos.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7" name="Text 15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Gemini: Oferece geração de texto, análise de informações e conversas interativas.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Copy.ai: Especializada em marketing, gera textos para anúncios, e-mails e posts de blog.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Jasper: Plataforma robusta para equipes de marketing, otimiza conteúdo para SEO.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Tableau Public: Permite criar visualizações interativas de dados gratuitamente.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Microsoft Power BI: Transforma dados brutos em relatórios e dashboards interativos.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 (Parte 3)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Looker Studio: Conecta-se a diversas fontes de dados para criar relatórios personalizados.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Akkio: Plataforma No-Code de IA para análise preditiva e automação de dados.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Zapier: Conecta e automatiza fluxos de trabalho entre milhares de aplicativos sem código.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Make (Integromat): Plataforma de automação visual para fluxos de trabalho complexos.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Microsoft Power Automate: Automatiza tarefas em aplicativos e serviços da Microsoft e de terceiros.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 (Parte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Cloud Vision AI: Oferece reconhecimento de objetos, detecção de texto (OCR) e análise.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Clarifai: Plataforma de IA para visão computacional com modelos pré-construídos e personalizáveis.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Text 8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5" y="1554480"/>
            <a:ext cx="3535375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7" name="Text 5"/>
          <p:cNvSpPr/>
          <p:nvPr/>
        </p:nvSpPr>
        <p:spPr>
          <a:xfrm>
            <a:off x="747065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No-Code já está transformando diversas profissões.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8160" y="1554480"/>
            <a:ext cx="3535375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4465320" y="169164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5320" y="201168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Gerar múltiplas versões de títulos para anúncios em segundos com o Copy.ai.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41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415" y="1554480"/>
            <a:ext cx="3535375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575" y="169164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Vendas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83575" y="201168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Utilizar chatbot para qualificar leads 24 horas por dia, agendando reuniões automaticamente.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905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9905" y="4023360"/>
            <a:ext cx="3535375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8" name="Text 16"/>
          <p:cNvSpPr/>
          <p:nvPr/>
        </p:nvSpPr>
        <p:spPr>
          <a:xfrm>
            <a:off x="747065" y="416052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Recursos Humanos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7065" y="448056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Automatizar o envio de e-mails de boas-vindas para novos funcionários com o Zapier.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28160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4023360"/>
            <a:ext cx="3535375" cy="54864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22" name="Text 20"/>
          <p:cNvSpPr/>
          <p:nvPr/>
        </p:nvSpPr>
        <p:spPr>
          <a:xfrm>
            <a:off x="4465320" y="416052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B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Atendimento ao Cliente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5320" y="448056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Implementar assistente virtual para responder perguntas frequentes com o Botsify.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5" name="Text 23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 Projetos: Conectar planilhas de tarefas com ferramentas de comunicação via Make.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Educação: Criar resumos de artigos científicos ou material didático rapidamente com o ChatGPT.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Text 8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905" y="155448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7105" y="155448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integração da IA requer atenção para evitar armadilhas.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905" y="228600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67105" y="228600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Identifique Tarefas Repetitivas: Liste atividades que consomem tempo e são padronizadas.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905" y="301752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7105" y="301752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Escolha a Ferramenta Certa: Pesquise ferramentas No-Code que se encaixam nas suas necessidades.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905" y="374904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7105" y="374904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Comece Pequeno: Implemente a IA em um processo pequeno e de baixo risco, monitorando resultados.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9905" y="448056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7105" y="448056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Capacitação Contínua: Mantenha-se atualizado sobre novas ferramentas e funcionalidades de IA.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Quais tarefas do seu dia a dia profissional poderiam ser otimizadas ou automatizadas com o uso de uma ferramenta de IA sem código?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884225" y="1737360"/>
            <a:ext cx="1042324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explorou as ferramentas de IA acessíveis e sem código, demonstrando como elas democratizam o acesso à inteligência artificial.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600200"/>
            <a:ext cx="365760" cy="3657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609905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2825" y="157276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acessível democratiza o uso da IA para todos os profissionais.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94560"/>
            <a:ext cx="365760" cy="3657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2825" y="216712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No-Code eliminam a necessidade de conhecimentos de programação, facilitando a adoção.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27889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2825" y="276148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Assistentes virtuais e chatbots aprimoram o atendimento e a comunicação interna nas empresas.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905" y="338328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609905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2825" y="335584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automação de texto agilizam a criação de conteúdo e a comunicação escrita.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9905" y="3977640"/>
            <a:ext cx="365760" cy="36576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609905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2825" y="395020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simplificada permite insights valiosos para tomada de decisões estratégicas.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automação de fluxos de trabalho (RPA No-Code) otimiza tarefas repetitivas e libera tempo.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713172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para Análise de Dados e Geração de Insights Estratégicos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006" y="256032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Entender como a Inteligência Artificial revoluciona a análise de dados.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006" y="315468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a capacidade de extrair insights valiosos e identificar tendências ocultas com IA.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006" y="374904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o conhecimento para embasar decisões estratégicas com precisão e agilidade.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822960"/>
          </a:xfrm>
          <a:prstGeom prst="roundRect">
            <a:avLst>
              <a:gd name="adj" fmla="val 8889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792785" y="1600200"/>
            <a:ext cx="1060612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democratiza a análise de dados, tornando-a acessível a profissionais não técnicos.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com IA para não técnicos simplifica a extração de informações significativas. Ferramentas e plataformas de IA traduzem algoritmos complexos em ações intuitivas.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Interfaces simplificadas são pilares fundamentais das ferramentas de IA para não técnicos.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Plataformas com IA utilizam funções como arrastar e soltar para facilitar o uso.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consegue identificar padrões e anomalias invisíveis aos métodos tradicionais.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podem focar no "porquê" e no "como" usar a informação.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capacidade da IA de processar grandes volumes de dados (Big Data) em tempo recorde é um diferencial.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varre petabytes de dados em busca de informações relevantes.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descobre correlações não óbvias entre variáveis diversas.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Economiza tempo e recursos pela automação da análise.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4" name="Text 12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554480"/>
          <a:ext cx="10971886" cy="914400"/>
        </p:xfrm>
        <a:graphic>
          <a:graphicData uri="http://schemas.openxmlformats.org/drawingml/2006/table">
            <a:tbl>
              <a:tblPr/>
              <a:tblGrid>
                <a:gridCol w="3657295"/>
                <a:gridCol w="3657295"/>
                <a:gridCol w="36572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Aspecto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Ferramenta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Foco Principal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📊 Visualização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Tableau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Dashboards interativos e insights com IA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🔗 Conectividade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Microsoft Power BI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Conexão com diversas fontes, ML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🔄 Relatórios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Google Looker Studio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Relatórios e painéis intuitivos e gratuitos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💡 Self-Service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Qlik Sense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Análises self-service e associações inteligentes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☁️ Nuvem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SAP Analytics Cloud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BI, planejamento e análises preditivas na nuvem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DF2E9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4225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Item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4225" y="205740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Imagine uma empresa de e-commerce que usa IA para analisar o histórico de compras de seus clientes.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4225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💭 Pare um momento e reflita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4225" y="324612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a automação da análise de dados por IA poderia otimizar as decisões estratégicas em sua própria área de atuação, transformando a forma como você.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1" name="Text 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5" y="1554480"/>
            <a:ext cx="3535375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7" name="Text 5"/>
          <p:cNvSpPr/>
          <p:nvPr/>
        </p:nvSpPr>
        <p:spPr>
          <a:xfrm>
            <a:off x="747065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é aplicada em diversas indústrias para análise de dados, gerando insights estratégicos. Ela melhora a tomada de decisão e a eficiência operacional.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8160" y="1554480"/>
            <a:ext cx="3535375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4465320" y="169164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Marketing e Vendas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5320" y="201168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recomenda produtos personalizados e otimiza campanhas de marketing. Ela usa o histórico de navegação para aumentar o valor do carrinho.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41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415" y="1554480"/>
            <a:ext cx="3535375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575" y="169164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Gestão Financeira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83575" y="201168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Softwares de IA detectam fraudes, identificam despesas excessivas e projetam o fluxo de caixa. Eles otimizam decisões sobre investimentos.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905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9905" y="4023360"/>
            <a:ext cx="3535375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8" name="Text 16"/>
          <p:cNvSpPr/>
          <p:nvPr/>
        </p:nvSpPr>
        <p:spPr>
          <a:xfrm>
            <a:off x="747065" y="416052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Recursos Humanos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7065" y="448056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agiliza a triagem de currículos e identifica padrões de sucesso para prever desempenho de candidatos. Ela melhora a retenção de talentos.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28160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4023360"/>
            <a:ext cx="3535375" cy="54864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22" name="Text 20"/>
          <p:cNvSpPr/>
          <p:nvPr/>
        </p:nvSpPr>
        <p:spPr>
          <a:xfrm>
            <a:off x="4465320" y="416052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B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Saúde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5320" y="448056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IA analisam dados de pacientes e identificam propensão a doenças, permitindo intervenções preventivas. Eles personalizam tratamentos.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5" name="Text 23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Educação: A IA analisa o desempenho de alunos, identifica pontos fracos e fortes. Ela permite criar planos de aprendizado personalizados.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consegue também reconhecer tendências e padrões ocultos, que não são imediatamente aparentes.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de IA preveem a sazonalidade de produtos com base em históricos.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 marketing, a IA identifica padrões de engajamento em plataformas digitais.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detecção de desvios em padrões normais indica problemas ou oportunidades.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3)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reconhecimento facial em vídeos de segurança é um exemplo de identificação visual.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não apenas analisa o passado, mas também projeta o futuro (análise preditiva).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previsão de demanda otimiza o estoque e a produção.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setor financeiro, a IA pode prever o risco de inadimplência de um cliente.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previsão de churn permite ações proativas para reter clientes.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Capacita organizações a agir antes dos eventos, minimizando riscos e maximizando oportunidades.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capacidade da IA de fornecer insights rápidos e precisos impacta a qualidade e a velocidade das decisões estratégicas. Ela reduz a subjetividade e a dependência da intuição.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velocidade na geração de insights permite respostas rápidas a mudanças de mercado.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Decisões de negócios são otimizadas para maximizar lucros e minimizar custos.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ajuda a justificar escolhas para stakeholders com dados concretos.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5)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 em maior confiança nas decisões e alocação eficiente de recursos.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905" y="155448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7105" y="155448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fundamental garantir a qualidade dos dados alimentados aos sistemas de IA. Dados incorretos ou viesados podem levar a insights distorcidos e decisões errôneas.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905" y="228600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67105" y="228600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privacidade dos dados é uma preocupação ética fundamental na análise por IA.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905" y="301752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7105" y="301752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essencial compreender as limitações dos modelos preditivos.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905" y="374904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7105" y="374904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Evitar a dependência excessiva da IA sem validação humana é importante.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9905" y="448056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7105" y="448056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transparência sobre como a IA chega a certas conclusões ainda é um desafio.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884225" y="1737360"/>
            <a:ext cx="1042324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revoluciona a análise de dados, tornando-a acessível a profissionais não técnicos por meio de ferramentas intuitivas.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600200"/>
            <a:ext cx="365760" cy="3657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609905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2825" y="157276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democratiza a análise de dados para profissionais não técnicos.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94560"/>
            <a:ext cx="365760" cy="3657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2825" y="216712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não técnicos podem extrair insights valiosos de grandes volumes de dados.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27889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2825" y="276148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identifica tendências e padrões ocultos não visíveis manualmente.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905" y="338328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609905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2825" y="335584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capacidade preditiva da IA permite antecipar resultados proativamente.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9905" y="3977640"/>
            <a:ext cx="365760" cy="36576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609905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2825" y="395020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Insights embasados por IA elevam a precisão nas decisões estratégicas.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"low-code" e "no-code" facilitam a aplicação da IA.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713172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e a Otimização da Experiência do Cliente e do Engajamento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006" y="256032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como a IA transforma a experiência do cliente (CX) e o engajamento.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006" y="315468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Identificar aplicações práticas da IA para personalizar ofertas e otimizar o atendimento.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006" y="374904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Desenvolver a capacidade de aplicar soluções de IA em CX, mesmo sem formação técnica aprofundada.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822960"/>
          </a:xfrm>
          <a:prstGeom prst="roundRect">
            <a:avLst>
              <a:gd name="adj" fmla="val 8889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792785" y="1600200"/>
            <a:ext cx="1060612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Experiência do Cliente (CX) refere-se à percepção geral de um cliente sobre a interação com uma empresa.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aprimora a CX em diversas frentes:.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Dados: Processa grandes volumes de informações do cliente para identificar padrões.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Personalização: Adapta ofertas, mensagens e conteúdo com base no comportamento individual.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Automação: Gerencia tarefas repetitivas, como atendimento a dúvidas frequentes, com chatbots.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Previsão: Antecipa necessidades do cliente, comportamentos de compra e potenciais problemas.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Monitoramento: Acompanha feedback e sentimentos em tempo real em várias plataformas.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8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554480"/>
          <a:ext cx="10971886" cy="914400"/>
        </p:xfrm>
        <a:graphic>
          <a:graphicData uri="http://schemas.openxmlformats.org/drawingml/2006/table">
            <a:tbl>
              <a:tblPr/>
              <a:tblGrid>
                <a:gridCol w="3657295"/>
                <a:gridCol w="3657295"/>
                <a:gridCol w="36572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Aspecto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Chatbots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Assistentes Virtuais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🎯 Definição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Programas que simulam conversas humanas via texto ou voz.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Capacitam múltiplos sistemas e oferecem diversas funcionalidades.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⚡ Disponibilidade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Atendem 24/7, garantindo suporte constante.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Integrações em smart speakers e apps mais complexos.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💬 Funções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Resolução de dúvidas comuns, encaminhamento inteligente.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Agendamento de compromissos, controle de dispositivos, busca de informações.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📈 Complexidade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Geralmente focados em tarefas específicas e rotineiras.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Capazes de lidar com conversas mais complexas e multitarefas.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💡 Exemplo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Chatbot de banco verifica saldo ou redefine senhas.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Siri, Google Assistant, Alexa.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DF2E9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4225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Item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4225" y="205740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cliente compra livros de ficção científica em uma livraria online. Uma IA identifica esse padrão de compra.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5394503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5" y="1554480"/>
            <a:ext cx="5394503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7" name="Text 5"/>
          <p:cNvSpPr/>
          <p:nvPr/>
        </p:nvSpPr>
        <p:spPr>
          <a:xfrm>
            <a:off x="747065" y="1691640"/>
            <a:ext cx="5120183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B59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Personalização de Ofertas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7065" y="2011680"/>
            <a:ext cx="5120183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Plataformas de e-commerce usam IA para recomendar produtos com base no histórico de compras e navegação do usuário.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7288" y="1554480"/>
            <a:ext cx="5394503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7288" y="1554480"/>
            <a:ext cx="5394503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1" name="Text 9"/>
          <p:cNvSpPr/>
          <p:nvPr/>
        </p:nvSpPr>
        <p:spPr>
          <a:xfrm>
            <a:off x="6324448" y="1691640"/>
            <a:ext cx="5120183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Atendimento Automatizado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24448" y="2011680"/>
            <a:ext cx="5120183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chatbot em um site de banco auxilia clientes a verificar o saldo, redefinir senhas ou consultar extratos sem intervenção humana.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4023360"/>
            <a:ext cx="5394503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905" y="4023360"/>
            <a:ext cx="5394503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747065" y="4160520"/>
            <a:ext cx="5120183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Análise de Feedback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7065" y="4480560"/>
            <a:ext cx="5120183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Uma empresa de software analisa comentários de usuários sobre uma nova atualização.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87288" y="4023360"/>
            <a:ext cx="5394503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7288" y="4023360"/>
            <a:ext cx="5394503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9" name="Text 17"/>
          <p:cNvSpPr/>
          <p:nvPr/>
        </p:nvSpPr>
        <p:spPr>
          <a:xfrm>
            <a:off x="6324448" y="4160520"/>
            <a:ext cx="5120183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Engajamento em Streaming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24448" y="4480560"/>
            <a:ext cx="5120183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Plataformas como Netflix usam IA para recomendar filmes e séries. As recomendações são baseadas no histórico de visualizações e classificações.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2" name="Text 20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905" y="155448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7105" y="155448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dos Dados: A precisão das análises da IA depende da qualidade dos dados de entrada. Dados imprecisos resultam em insights distorcidos.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905" y="228600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67105" y="228600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Viés Algorítmico: Algoritmos podem perpetuar ou ampliar vieses existentes nos dados. Isso pode levar a experiências de cliente injustas ou ineficazes.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905" y="301752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7105" y="301752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Manutenção do Toque Humano: Embora a IA automatize, o equilíbrio com a interação humana é crucial. A empatia e o cuidado humano são insubstituíveis em certas situações.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905" y="374904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7105" y="374904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Privacidade do Cliente: O uso de IA para coletar e analisar dados levanta questões de privacidade. É fundamental garantir conformidade com regulamentações como a LGPD.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9905" y="448056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7105" y="448056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Super-Automação: Automatizar demais pode remover oportunidades de conexão humana. Isso pode afetar negativamente a percepção de valor do cliente.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as soluções de IA que você conheceu neste módulo poderiam ser aplicadas para resolver um desafio real de CX na sua área de atuação ou em uma.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884225" y="1737360"/>
            <a:ext cx="1042324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Exploramos como a Inteligência Artificial revoluciona a Experiência do Cliente (CX) e o engajamento.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600200"/>
            <a:ext cx="365760" cy="3657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609905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2825" y="157276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aprimora a Experiência do Cliente (CX) por meio de personalização, automação e eficiência.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94560"/>
            <a:ext cx="365760" cy="3657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2825" y="216712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personalização impulsionada pela IA aumenta a relevância de ofertas e o engajamento do cliente.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27889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2825" y="276148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Chatbots e assistentes virtuais oferecem atendimento rápido, 24/7, e direcionamento inteligente de demandas.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905" y="338328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609905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2825" y="335584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sentimento por IA em mídias sociais e feedbacks fornece insights valiosos para melhoria contínua.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9905" y="3977640"/>
            <a:ext cx="365760" cy="36576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609905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2825" y="395020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Estratégias de IA otimizam jornadas do cliente e guiam o marketing preditivo para maior engajamento.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Implementar IA para CX não exige formação técnica; soluções "no-code" e "low-code" facilitam os primeiros passos.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crucial equilibrar a automação da IA com o toque humano para construir relacionamentos duradouros com os clientes.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Text 8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BC9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713172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e o Futuro do Trabalho: Oportunidades e Considerações Éticas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006" y="256032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 impacto da IA na transformação do mercado de trabalho e nas estruturas ocupacionais.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006" y="315468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Identificar as principais oportunidades e novas funções que surgem com o avanço da inteligência artificial.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006" y="3749040"/>
            <a:ext cx="329156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Refletir criticamente sobre as considerações éticas e a responsabilidade no uso da IA no ambiente profissional.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822960"/>
          </a:xfrm>
          <a:prstGeom prst="roundRect">
            <a:avLst>
              <a:gd name="adj" fmla="val 8889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792785" y="1600200"/>
            <a:ext cx="1060612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é uma força transformadora que redefine as estruturas ocupacionais.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905" y="2651760"/>
            <a:ext cx="2537231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remodela o mercado de trabalho, automatizando tarefas e criando novas demandas.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21456" y="2651760"/>
            <a:ext cx="2537231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3421456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Esta transformação exige adaptação contínua de profissionais e empresas.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2651760"/>
            <a:ext cx="2537231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233008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automação de tarefas rotineiras libera trabalhadores para funções mais estratégicas.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4559" y="2651760"/>
            <a:ext cx="2537231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4" name="Text 12"/>
          <p:cNvSpPr/>
          <p:nvPr/>
        </p:nvSpPr>
        <p:spPr>
          <a:xfrm>
            <a:off x="9044559" y="2788920"/>
            <a:ext cx="2537231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impulsiona a necessidade de novas habilidades no mercado de trabalho.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Novos setores e funções emergem como consequência do avanço da IA.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Adaptabilidade e resiliência são qualidades indispensáveis para o profissional do futuro.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Text 8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colaboração entre humanos e IA não se baseia em substituição, mas em simbiose. Combina as capacidades analíticas da IA com a criatividade e o pensamento crítico humanos.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intuição humana aliada ao processamento da IA cria um potencial poderoso.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Humanos podem focar em tarefas de alto valor, delegando o repetitivo à IA.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atua como ferramenta de suporte, não como substituto integral do trabalho humano.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interação eficaz com sistemas de IA aprimora a tomada de decisões.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que dominam essa colaboração terão uma vantagem competitiva.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DF2E9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4225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Item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4225" y="2057400"/>
            <a:ext cx="1042324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 um escritório de advocacia, a IA pode analisar milhares de documentos em segundos. Ela identifica precedentes relevantes rapidamente.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554480"/>
          <a:ext cx="10971886" cy="914400"/>
        </p:xfrm>
        <a:graphic>
          <a:graphicData uri="http://schemas.openxmlformats.org/drawingml/2006/table">
            <a:tbl>
              <a:tblPr/>
              <a:tblGrid>
                <a:gridCol w="5485943"/>
                <a:gridCol w="5485943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Aspecto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Novas Funções Impulsionadas pela IA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👩‍💻 Tecnologia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Engenheiros de Prompt: Otimizam interação com modelos de IA.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⚖️ Ética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Especialistas em Ética da IA: Garantem uso responsável e justo.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📊 Dados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Cientistas de Dados: Gerenciam e interpretam grandes volumes de informações.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✍️ Conteúdo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Curadores de Conteúdo de IA: Organizam dados para alimentar algoritmos.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🎨 Design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Designers de UX para IA: Focam na interface intuitiva para sistemas inteligentes.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5" y="1554480"/>
            <a:ext cx="3535375" cy="5486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7" name="Text 5"/>
          <p:cNvSpPr/>
          <p:nvPr/>
        </p:nvSpPr>
        <p:spPr>
          <a:xfrm>
            <a:off x="747065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prosperar no futuro do trabalho impulsionado pela IA, habilidades-chave se tornam valiosas. Elas vão além da técnica, focando na inovação humana e relacionamento.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8160" y="1554480"/>
            <a:ext cx="3535375" cy="5486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8"/>
          <p:cNvSpPr/>
          <p:nvPr/>
        </p:nvSpPr>
        <p:spPr>
          <a:xfrm>
            <a:off x="4465320" y="1691640"/>
            <a:ext cx="326105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Pensamento Crítico e Resolução de Problemas: Capacidade de analisar situações complexas e encontrar soluções inovadoras.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415" y="155448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415" y="1554480"/>
            <a:ext cx="3535375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575" y="169164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Criatividade e Inovação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83575" y="201168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Habilidade de gerar novas ideias e abordagens únicas.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9905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905" y="4023360"/>
            <a:ext cx="3535375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7" name="Text 15"/>
          <p:cNvSpPr/>
          <p:nvPr/>
        </p:nvSpPr>
        <p:spPr>
          <a:xfrm>
            <a:off x="747065" y="416052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Inteligência Emocional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7065" y="448056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Compreensão e gestão de emoções, fundamental para a colaboração.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28160" y="4023360"/>
            <a:ext cx="3535375" cy="2286000"/>
          </a:xfrm>
          <a:prstGeom prst="roundRect">
            <a:avLst>
              <a:gd name="adj" fmla="val 3200"/>
            </a:avLst>
          </a:prstGeom>
          <a:solidFill>
            <a:srgbClr val="F2F3F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28160" y="4023360"/>
            <a:ext cx="3535375" cy="54864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21" name="Text 19"/>
          <p:cNvSpPr/>
          <p:nvPr/>
        </p:nvSpPr>
        <p:spPr>
          <a:xfrm>
            <a:off x="4465320" y="4160520"/>
            <a:ext cx="32610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B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Colaboração e Comunicação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65320" y="4480560"/>
            <a:ext cx="3261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Aptidão para trabalhar eficazmente em equipes e transmitir ideias.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Alfabetização em IA (Literacy): Compreensão básica de como a IA funciona e seus potenciais.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Adaptabilidade e Aprendizagem Contínua: Disposição para adquirir novas habilidades e se ajustar a mudanças.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gerente que entende como a IA pode analisar dados de vendas se torna mais eficaz. Ele formula estratégias aliando sua visão de mercado à análise de dados fornecida.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905" y="155448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7105" y="155448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inserção da IA no ambiente de trabalho levanta questões éticas importantes. A garantia de um uso justo, transparente e responsável é fundamental.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905" y="228600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67105" y="228600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Viés e Discriminação: Algoritmos podem perpetuar preconceitos se não forem bem projetados.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905" y="301752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7105" y="301752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Privacidade de Dados: A coleta e o uso de dados por IA exigem rigorosas políticas de proteção.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905" y="374904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7105" y="374904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Transparência e Explicabilidade (XAI): Necessidade de entender como a IA toma decisões, evitando "caixas pretas".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9905" y="448056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7105" y="4480560"/>
            <a:ext cx="1046896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Responsabilidade e Autonomia: É crucial definir quem é o responsável por erros de sistemas autônomos de IA.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Impacto Social e Desemprego Tecnológico: É importante mitigar as consequências negativas da automação no emprego.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RH baseados em IA que selecionam candidatos precisam ser auditados. Isso garante que não introduzam vieses de gênero ou raça nas avaliações.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preparação para este novo cenário envolve investir em desenvolvimento pessoal. É fundamental adotar uma mentalidade de crescimento contínuo.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Busque cursos e workshops sobre IA para profissionais não técnicos.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Desenvolva as soft skills como pensamento crítico e colaboração.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3)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Experimente ferramentas de IA em suas tarefas diárias.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Participe de discussões e comunidades sobre o futuro do trabalho e IA.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651760"/>
            <a:ext cx="73152" cy="475488"/>
          </a:xfrm>
          <a:prstGeom prst="rect">
            <a:avLst>
              <a:gd name="adj" fmla="val 25000"/>
            </a:avLst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838505" y="265176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Mantenha-se informado sobre as tendências e inovações em inteligência artificial.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200400"/>
            <a:ext cx="73152" cy="475488"/>
          </a:xfrm>
          <a:prstGeom prst="rect">
            <a:avLst>
              <a:gd name="adj" fmla="val 25000"/>
            </a:avLst>
          </a:prstGeom>
          <a:solidFill>
            <a:srgbClr val="F39C12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20040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Incentive uma cultura de aprendizado e experimentação em seu ambiente de trabalho.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3749040"/>
            <a:ext cx="73152" cy="475488"/>
          </a:xfrm>
          <a:prstGeom prst="rect">
            <a:avLst>
              <a:gd name="adj" fmla="val 25000"/>
            </a:avLst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505" y="374904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Advogue por práticas éticas e responsáveis no desenvolvimento e uso da IA.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10971886" cy="4754880"/>
          </a:xfrm>
          <a:prstGeom prst="roundRect">
            <a:avLst>
              <a:gd name="adj" fmla="val 1923"/>
            </a:avLst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884225" y="1737360"/>
            <a:ext cx="1042324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explorou o impacto da IA no futuro do trabalho, destacando a transformação do mercado e o surgimento de novas oportunidades.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600200"/>
            <a:ext cx="365760" cy="3657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609905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2825" y="157276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transformará o mercado de trabalho, criando novas oportunidades e exigindo novas habilidades.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94560"/>
            <a:ext cx="365760" cy="3657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609905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2825" y="216712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colaboração humano-IA é um modelo poderoso que combina a eficiência da máquina com a criatividade humana.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27889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609905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2825" y="276148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Novas funções e carreiras surgirão em resposta aos avanços da IA, exigindo adaptabilidade constante.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905" y="338328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609905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2825" y="335584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Habilidades como pensamento crítico, criatividade e inteligência emocional serão cruciais para o sucesso profissional.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9905" y="3977640"/>
            <a:ext cx="365760" cy="36576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609905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2825" y="3950208"/>
            <a:ext cx="1042324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discussão ética sobre viés, privacidade e responsabilidade é fundamental para um uso justo da IA.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411480"/>
            <a:ext cx="1645920" cy="274320"/>
          </a:xfrm>
          <a:prstGeom prst="rect">
            <a:avLst>
              <a:gd name="adj" fmla="val 16667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609905" y="411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905" y="777240"/>
            <a:ext cx="1097188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 (Parte 2)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905" y="1554480"/>
            <a:ext cx="73152" cy="475488"/>
          </a:xfrm>
          <a:prstGeom prst="rect">
            <a:avLst>
              <a:gd name="adj" fmla="val 25000"/>
            </a:avLst>
          </a:prstGeom>
          <a:solidFill>
            <a:srgbClr val="9B59B6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55448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não técnicos devem focar no desenvolvimento de soft skills e na alfabetização em IA para se preparar.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905" y="2103120"/>
            <a:ext cx="73152" cy="475488"/>
          </a:xfrm>
          <a:prstGeom prst="rect">
            <a:avLst>
              <a:gd name="adj" fmla="val 25000"/>
            </a:avLst>
          </a:prstGeom>
          <a:solidFill>
            <a:srgbClr val="3498DB"/>
          </a:solidFill>
          <a:ln/>
        </p:spPr>
      </p:sp>
      <p:sp>
        <p:nvSpPr>
          <p:cNvPr id="8" name="Text 6"/>
          <p:cNvSpPr/>
          <p:nvPr/>
        </p:nvSpPr>
        <p:spPr>
          <a:xfrm>
            <a:off x="838505" y="2103120"/>
            <a:ext cx="106975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aprendizagem contínua e a experimentação são estratégias-chave para prosperar no futuro do trabalho.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Text 8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905" y="2011680"/>
            <a:ext cx="109718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C3E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09905" y="3291840"/>
            <a:ext cx="1097188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Inteligência Artificial na Prática: Aplicações Reais para Profissionais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" name="Text 3"/>
          <p:cNvSpPr/>
          <p:nvPr/>
        </p:nvSpPr>
        <p:spPr>
          <a:xfrm>
            <a:off x="609905" y="65105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EduGenAI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na Prática: Aplicações Reais para Profissionais</dc:title>
  <dc:subject>PptxGenJS Presentation</dc:subject>
  <dc:creator>EduGenAI v2</dc:creator>
  <cp:lastModifiedBy>EduGenAI v2</cp:lastModifiedBy>
  <cp:revision>1</cp:revision>
  <dcterms:created xsi:type="dcterms:W3CDTF">2026-03-08T04:45:37Z</dcterms:created>
  <dcterms:modified xsi:type="dcterms:W3CDTF">2026-03-08T04:45:37Z</dcterms:modified>
</cp:coreProperties>
</file>