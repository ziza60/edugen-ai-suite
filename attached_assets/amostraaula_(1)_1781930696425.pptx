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1005840" cy="8229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Comunicação Eficaz no Trabalho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guia prático para apresentar ideias com clareza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Conteúdo do curso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920240"/>
            <a:ext cx="1018001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Estruturando uma Mensagem Clara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5848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D4A24C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676656" y="4114800"/>
            <a:ext cx="1005840" cy="8229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370832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Estruturando uma Mensagem Clara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" cy="4572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545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713232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pilares de uma boa comunicação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11535" cy="0"/>
          </a:xfrm>
          <a:prstGeom prst="line">
            <a:avLst/>
          </a:prstGeom>
          <a:noFill/>
          <a:ln w="12700">
            <a:solidFill>
              <a:srgbClr val="263A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45386"/>
            <a:ext cx="128016" cy="12801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371600"/>
            <a:ext cx="10454335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no objetivo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2686"/>
            <a:ext cx="128016" cy="12801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628900"/>
            <a:ext cx="10454335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Empatia com o público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459986"/>
            <a:ext cx="128016" cy="12801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886200"/>
            <a:ext cx="10454335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lógica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717286"/>
            <a:ext cx="128016" cy="12801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5143500"/>
            <a:ext cx="10454335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à 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95848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" cy="4572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545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713232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mensagem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11535" cy="0"/>
          </a:xfrm>
          <a:prstGeom prst="line">
            <a:avLst/>
          </a:prstGeom>
          <a:noFill/>
          <a:ln w="12700">
            <a:solidFill>
              <a:srgbClr val="263A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5318608" cy="1600200"/>
          </a:xfrm>
          <a:prstGeom prst="roundRect">
            <a:avLst>
              <a:gd name="adj" fmla="val 4571"/>
            </a:avLst>
          </a:prstGeom>
          <a:solidFill>
            <a:srgbClr val="152740"/>
          </a:solidFill>
          <a:ln w="12700">
            <a:solidFill>
              <a:srgbClr val="263A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48840"/>
            <a:ext cx="5318608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31720"/>
            <a:ext cx="486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486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300984"/>
            <a:ext cx="486140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 fatos e dados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2148840"/>
            <a:ext cx="5318608" cy="1600200"/>
          </a:xfrm>
          <a:prstGeom prst="roundRect">
            <a:avLst>
              <a:gd name="adj" fmla="val 4571"/>
            </a:avLst>
          </a:prstGeom>
          <a:solidFill>
            <a:srgbClr val="152740"/>
          </a:solidFill>
          <a:ln w="12700">
            <a:solidFill>
              <a:srgbClr val="263A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3008" y="2148840"/>
            <a:ext cx="5318608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2331720"/>
            <a:ext cx="486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61608" y="2697480"/>
            <a:ext cx="486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Persuasiva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1608" y="3300984"/>
            <a:ext cx="486140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convencer e engajar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318608" cy="1600200"/>
          </a:xfrm>
          <a:prstGeom prst="roundRect">
            <a:avLst>
              <a:gd name="adj" fmla="val 4571"/>
            </a:avLst>
          </a:prstGeom>
          <a:solidFill>
            <a:srgbClr val="152740"/>
          </a:solidFill>
          <a:ln w="12700">
            <a:solidFill>
              <a:srgbClr val="263A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023360"/>
            <a:ext cx="5318608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06240"/>
            <a:ext cx="486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4572000"/>
            <a:ext cx="486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Instrutiva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175504"/>
            <a:ext cx="486140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 passo a passo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3008" y="4023360"/>
            <a:ext cx="5318608" cy="1600200"/>
          </a:xfrm>
          <a:prstGeom prst="roundRect">
            <a:avLst>
              <a:gd name="adj" fmla="val 4571"/>
            </a:avLst>
          </a:prstGeom>
          <a:solidFill>
            <a:srgbClr val="152740"/>
          </a:solidFill>
          <a:ln w="12700">
            <a:solidFill>
              <a:srgbClr val="263A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3008" y="4023360"/>
            <a:ext cx="5318608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3" name="Text 21"/>
          <p:cNvSpPr/>
          <p:nvPr/>
        </p:nvSpPr>
        <p:spPr>
          <a:xfrm>
            <a:off x="6461608" y="4206240"/>
            <a:ext cx="486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61608" y="4572000"/>
            <a:ext cx="486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61608" y="5175504"/>
            <a:ext cx="486140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 vínculos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95848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" cy="4572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545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713232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preparar uma fala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11535" cy="0"/>
          </a:xfrm>
          <a:prstGeom prst="line">
            <a:avLst/>
          </a:prstGeom>
          <a:noFill/>
          <a:ln w="12700">
            <a:solidFill>
              <a:srgbClr val="263A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872484"/>
            <a:ext cx="10911535" cy="27432"/>
          </a:xfrm>
          <a:prstGeom prst="rect">
            <a:avLst/>
          </a:prstGeom>
          <a:solidFill>
            <a:srgbClr val="D4A24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04022" y="3465576"/>
            <a:ext cx="0" cy="274320"/>
          </a:xfrm>
          <a:prstGeom prst="line">
            <a:avLst/>
          </a:prstGeom>
          <a:noFill/>
          <a:ln w="12700">
            <a:solidFill>
              <a:srgbClr val="D4A2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7134" y="3639312"/>
            <a:ext cx="493776" cy="493776"/>
          </a:xfrm>
          <a:prstGeom prst="ellipse">
            <a:avLst/>
          </a:prstGeom>
          <a:solidFill>
            <a:srgbClr val="D4A24C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39430" y="3721608"/>
            <a:ext cx="329184" cy="329184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0" name="Text 8"/>
          <p:cNvSpPr/>
          <p:nvPr/>
        </p:nvSpPr>
        <p:spPr>
          <a:xfrm>
            <a:off x="1839430" y="3721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245356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objetivo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1417320"/>
            <a:ext cx="2453564" cy="1563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audiência deve fazer depois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31906" y="4032504"/>
            <a:ext cx="0" cy="274320"/>
          </a:xfrm>
          <a:prstGeom prst="line">
            <a:avLst/>
          </a:prstGeom>
          <a:noFill/>
          <a:ln w="12700">
            <a:solidFill>
              <a:srgbClr val="D4A2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5018" y="3639312"/>
            <a:ext cx="493776" cy="493776"/>
          </a:xfrm>
          <a:prstGeom prst="ellipse">
            <a:avLst/>
          </a:prstGeom>
          <a:solidFill>
            <a:srgbClr val="D4A24C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67314" y="3721608"/>
            <a:ext cx="329184" cy="329184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4567314" y="3721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05124" y="4343400"/>
            <a:ext cx="24535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 público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05124" y="4800600"/>
            <a:ext cx="2453564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Nível, interesses, objeções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59790" y="3465576"/>
            <a:ext cx="0" cy="274320"/>
          </a:xfrm>
          <a:prstGeom prst="line">
            <a:avLst/>
          </a:prstGeom>
          <a:noFill/>
          <a:ln w="12700">
            <a:solidFill>
              <a:srgbClr val="D4A2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2902" y="3639312"/>
            <a:ext cx="493776" cy="493776"/>
          </a:xfrm>
          <a:prstGeom prst="ellipse">
            <a:avLst/>
          </a:prstGeom>
          <a:solidFill>
            <a:srgbClr val="D4A24C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295198" y="3721608"/>
            <a:ext cx="329184" cy="329184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2" name="Text 20"/>
          <p:cNvSpPr/>
          <p:nvPr/>
        </p:nvSpPr>
        <p:spPr>
          <a:xfrm>
            <a:off x="7295198" y="3721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3008" y="3017520"/>
            <a:ext cx="245356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a mensagem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33008" y="1417320"/>
            <a:ext cx="2453564" cy="1563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Abertura, corpo, fechamento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187673" y="4032504"/>
            <a:ext cx="0" cy="274320"/>
          </a:xfrm>
          <a:prstGeom prst="line">
            <a:avLst/>
          </a:prstGeom>
          <a:noFill/>
          <a:ln w="12700">
            <a:solidFill>
              <a:srgbClr val="D4A2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40785" y="3639312"/>
            <a:ext cx="493776" cy="493776"/>
          </a:xfrm>
          <a:prstGeom prst="ellipse">
            <a:avLst/>
          </a:prstGeom>
          <a:solidFill>
            <a:srgbClr val="D4A24C">
              <a:alpha val="2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023081" y="3721608"/>
            <a:ext cx="329184" cy="329184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8" name="Text 26"/>
          <p:cNvSpPr/>
          <p:nvPr/>
        </p:nvSpPr>
        <p:spPr>
          <a:xfrm>
            <a:off x="10023081" y="3721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0891" y="4343400"/>
            <a:ext cx="24535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Ensaiar em voz alta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960891" y="4800600"/>
            <a:ext cx="2453564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ritmo e tempo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5848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" cy="4572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545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713232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Etapas do ciclo de feedback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11535" cy="0"/>
          </a:xfrm>
          <a:prstGeom prst="line">
            <a:avLst/>
          </a:prstGeom>
          <a:noFill/>
          <a:ln w="12700">
            <a:solidFill>
              <a:srgbClr val="263A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834640"/>
            <a:ext cx="2659304" cy="2103120"/>
          </a:xfrm>
          <a:prstGeom prst="chevron">
            <a:avLst/>
          </a:prstGeom>
          <a:solidFill>
            <a:srgbClr val="2E6DA4"/>
          </a:solidFill>
          <a:ln w="12700">
            <a:solidFill>
              <a:srgbClr val="263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54096"/>
            <a:ext cx="1927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19277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o comportamento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90824" y="2834640"/>
            <a:ext cx="2659304" cy="2103120"/>
          </a:xfrm>
          <a:prstGeom prst="chevron">
            <a:avLst/>
          </a:prstGeom>
          <a:solidFill>
            <a:srgbClr val="152740"/>
          </a:solidFill>
          <a:ln w="12700">
            <a:solidFill>
              <a:srgbClr val="26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93744" y="3054096"/>
            <a:ext cx="1699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93744" y="3657600"/>
            <a:ext cx="16991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o impacto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41568" y="2834640"/>
            <a:ext cx="2659304" cy="2103120"/>
          </a:xfrm>
          <a:prstGeom prst="chevron">
            <a:avLst/>
          </a:prstGeom>
          <a:solidFill>
            <a:srgbClr val="2E6DA4"/>
          </a:solidFill>
          <a:ln w="12700">
            <a:solidFill>
              <a:srgbClr val="263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4488" y="3054096"/>
            <a:ext cx="1699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644488" y="3657600"/>
            <a:ext cx="16991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 a mudança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92311" y="2834640"/>
            <a:ext cx="2659304" cy="2103120"/>
          </a:xfrm>
          <a:prstGeom prst="chevron">
            <a:avLst/>
          </a:prstGeom>
          <a:solidFill>
            <a:srgbClr val="152740"/>
          </a:solidFill>
          <a:ln w="12700">
            <a:solidFill>
              <a:srgbClr val="26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5231" y="3054096"/>
            <a:ext cx="1699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395231" y="3657600"/>
            <a:ext cx="16991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próximos passos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5848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" cy="4572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545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713232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Reunião improvisada vs planejada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11535" cy="0"/>
          </a:xfrm>
          <a:prstGeom prst="line">
            <a:avLst/>
          </a:prstGeom>
          <a:noFill/>
          <a:ln w="12700">
            <a:solidFill>
              <a:srgbClr val="263A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5227168" cy="5029200"/>
          </a:xfrm>
          <a:prstGeom prst="roundRect">
            <a:avLst>
              <a:gd name="adj" fmla="val 1455"/>
            </a:avLst>
          </a:prstGeom>
          <a:solidFill>
            <a:srgbClr val="152740"/>
          </a:solidFill>
          <a:ln w="12700">
            <a:solidFill>
              <a:srgbClr val="263A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5227168" cy="566928"/>
          </a:xfrm>
          <a:prstGeom prst="rect">
            <a:avLst/>
          </a:prstGeom>
          <a:solidFill>
            <a:srgbClr val="2E6DA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" cy="4572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545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713232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Barreiras comuns à clareza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11535" cy="0"/>
          </a:xfrm>
          <a:prstGeom prst="line">
            <a:avLst/>
          </a:prstGeom>
          <a:noFill/>
          <a:ln w="12700">
            <a:solidFill>
              <a:srgbClr val="263A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4206240" cy="4206240"/>
          </a:xfrm>
          <a:prstGeom prst="pie">
            <a:avLst>
              <a:gd name="adj1" fmla="val 0"/>
              <a:gd name="adj2" fmla="val 4320000"/>
            </a:avLst>
          </a:prstGeom>
          <a:solidFill>
            <a:srgbClr val="2E6DA4"/>
          </a:solidFill>
          <a:ln w="31750">
            <a:solidFill>
              <a:srgbClr val="0A16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4206240" cy="4206240"/>
          </a:xfrm>
          <a:prstGeom prst="pie">
            <a:avLst>
              <a:gd name="adj1" fmla="val 4320000"/>
              <a:gd name="adj2" fmla="val 8640000"/>
            </a:avLst>
          </a:prstGeom>
          <a:solidFill>
            <a:srgbClr val="587A8E"/>
          </a:solidFill>
          <a:ln w="3175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83080"/>
            <a:ext cx="4206240" cy="4206240"/>
          </a:xfrm>
          <a:prstGeom prst="pie">
            <a:avLst>
              <a:gd name="adj1" fmla="val 8640000"/>
              <a:gd name="adj2" fmla="val 12960000"/>
            </a:avLst>
          </a:prstGeom>
          <a:solidFill>
            <a:srgbClr val="818878"/>
          </a:solidFill>
          <a:ln w="31750">
            <a:solidFill>
              <a:srgbClr val="0A16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83080"/>
            <a:ext cx="4206240" cy="4206240"/>
          </a:xfrm>
          <a:prstGeom prst="pie">
            <a:avLst>
              <a:gd name="adj1" fmla="val 12960000"/>
              <a:gd name="adj2" fmla="val 17280000"/>
            </a:avLst>
          </a:prstGeom>
          <a:solidFill>
            <a:srgbClr val="AB9562"/>
          </a:solidFill>
          <a:ln w="31750">
            <a:solidFill>
              <a:srgbClr val="0A16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783080"/>
            <a:ext cx="4206240" cy="4206240"/>
          </a:xfrm>
          <a:prstGeom prst="pie">
            <a:avLst>
              <a:gd name="adj1" fmla="val 17280000"/>
              <a:gd name="adj2" fmla="val 21600000"/>
            </a:avLst>
          </a:prstGeom>
          <a:solidFill>
            <a:srgbClr val="D4A24C"/>
          </a:solidFill>
          <a:ln w="31750">
            <a:solidFill>
              <a:srgbClr val="0A16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2834640"/>
            <a:ext cx="2103120" cy="21031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1874520" y="283464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5532120" y="1728216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1371600"/>
            <a:ext cx="5562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Excesso de jargão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32120" y="2734056"/>
            <a:ext cx="292608" cy="292608"/>
          </a:xfrm>
          <a:prstGeom prst="ellipse">
            <a:avLst/>
          </a:prstGeom>
          <a:solidFill>
            <a:srgbClr val="587A8E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2377440"/>
            <a:ext cx="5562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contexto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32120" y="3739896"/>
            <a:ext cx="292608" cy="292608"/>
          </a:xfrm>
          <a:prstGeom prst="ellipse">
            <a:avLst/>
          </a:prstGeom>
          <a:solidFill>
            <a:srgbClr val="818878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383280"/>
            <a:ext cx="5562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longas demais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32120" y="4745736"/>
            <a:ext cx="292608" cy="292608"/>
          </a:xfrm>
          <a:prstGeom prst="ellipse">
            <a:avLst/>
          </a:prstGeom>
          <a:solidFill>
            <a:srgbClr val="AB9562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4389120"/>
            <a:ext cx="5562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exemplos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32120" y="5751576"/>
            <a:ext cx="292608" cy="292608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5394960"/>
            <a:ext cx="5562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inadequado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95848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1828800" y="4297680"/>
            <a:ext cx="8534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problemas em projetos têm origem em falha de comunicação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5848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915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D4A24C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899855" y="45491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D4A24C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1371600" y="1965960"/>
            <a:ext cx="94484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4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 comunicação não é o que você diz, mas o que o outro entende.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38648" y="4956048"/>
            <a:ext cx="914400" cy="5029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5848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" cy="4572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545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713232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Principais aprendizados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11535" cy="0"/>
          </a:xfrm>
          <a:prstGeom prst="line">
            <a:avLst/>
          </a:prstGeom>
          <a:noFill/>
          <a:ln w="12700">
            <a:solidFill>
              <a:srgbClr val="263A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26464"/>
            <a:ext cx="5327752" cy="2276856"/>
          </a:xfrm>
          <a:prstGeom prst="roundRect">
            <a:avLst>
              <a:gd name="adj" fmla="val 2410"/>
            </a:avLst>
          </a:prstGeom>
          <a:solidFill>
            <a:srgbClr val="15274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426464"/>
            <a:ext cx="420624" cy="2276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98448" y="1426464"/>
            <a:ext cx="4486504" cy="2276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o objetivo antes de falar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23864" y="1426464"/>
            <a:ext cx="5327752" cy="2276856"/>
          </a:xfrm>
          <a:prstGeom prst="roundRect">
            <a:avLst>
              <a:gd name="adj" fmla="val 2410"/>
            </a:avLst>
          </a:prstGeom>
          <a:solidFill>
            <a:srgbClr val="152740"/>
          </a:solidFill>
          <a:ln/>
        </p:spPr>
      </p:sp>
      <p:sp>
        <p:nvSpPr>
          <p:cNvPr id="10" name="Text 8"/>
          <p:cNvSpPr/>
          <p:nvPr/>
        </p:nvSpPr>
        <p:spPr>
          <a:xfrm>
            <a:off x="6388456" y="1426464"/>
            <a:ext cx="420624" cy="2276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82232" y="1426464"/>
            <a:ext cx="4486504" cy="2276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 a mensagem ao público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27752" cy="2276856"/>
          </a:xfrm>
          <a:prstGeom prst="roundRect">
            <a:avLst>
              <a:gd name="adj" fmla="val 2410"/>
            </a:avLst>
          </a:prstGeom>
          <a:solidFill>
            <a:srgbClr val="15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069080"/>
            <a:ext cx="420624" cy="2276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98448" y="4069080"/>
            <a:ext cx="4486504" cy="2276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Estruture com começo, meio e fim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23864" y="4069080"/>
            <a:ext cx="5327752" cy="2276856"/>
          </a:xfrm>
          <a:prstGeom prst="roundRect">
            <a:avLst>
              <a:gd name="adj" fmla="val 2410"/>
            </a:avLst>
          </a:prstGeom>
          <a:solidFill>
            <a:srgbClr val="15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6388456" y="4069080"/>
            <a:ext cx="420624" cy="2276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82232" y="4069080"/>
            <a:ext cx="4486504" cy="2276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é um ciclo, não um evento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5848" y="6510528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Comunicação Eficaz no Trabalho</dc:title>
  <dc:subject>PptxGenJS Presentation</dc:subject>
  <dc:creator>EduGenAI</dc:creator>
  <cp:lastModifiedBy>EduGenAI</cp:lastModifiedBy>
  <cp:revision>1</cp:revision>
  <dcterms:created xsi:type="dcterms:W3CDTF">2026-06-20T02:52:22Z</dcterms:created>
  <dcterms:modified xsi:type="dcterms:W3CDTF">2026-06-20T02:52:22Z</dcterms:modified>
</cp:coreProperties>
</file>