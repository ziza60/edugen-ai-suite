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</p:sldIdLst>
  <p:notesMasterIdLst>
    <p:notesMasterId r:id="rId1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notesMaster" Target="notesMasters/notesMaster1.xml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00100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94280"/>
            <a:ext cx="7543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94860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 •  03 de março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fundamentos e conceitos essenciais da Inteligência Artificial (IA).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874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tipos de IA e reconhecer suas aplicações práticas.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8358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relevância da IA para profissionais não técnicos no mercado atual.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e executarem tarefas que tradicionalmente exigem inteligência humana.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inclui aprender, raciocinar, resolver problemas e tomar decisões.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trata de máquinas "sentindo" ou "pensando" como humanos. A IA é programada para identificar padrões, processar dados em larga escala e atuar com base neles.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69011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ferramenta que amplifica nossas capacidades e automatiza tarefas.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"artificial" indica que essa inteligência é projetada e construída por humanos, via algoritmos e dados.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1)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tarefas específicas com alta proficiência.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Compreender, aprender e aplicar inteligência em qualquer tarefa intelectual humana.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restrito e especializado.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Generalista, capaz de transferir conhecimento entre áreas.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 consciência, emoções ou autoconsciência.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Possuiria consciência, emoções e autoconsciência (hipotético).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existe e é amplamente utilizada atualmente.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futurista, ainda distante de ser alcançado.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2)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146578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Siri, Alexa, filtros de spam, sistemas de recomendação.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9000 ("2001: Uma Odisseia no Espaço"), robôs de "Eu, Robô".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aplicações atuais de IA pertence à categoria de IA Fraca.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integrada em nosso cotidiano, e muitas vezes nem nos damos conta.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facial, assistentes de voz (Siri, Google Assistant), teclados preditivos.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feed, sugestões de amizade, anúncios personalizados, detecção de conteúdo inadequado.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Online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produtos, chatbots de suporte.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Finanças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fraudes, análise de risco de crédito, atendimento via chatbot.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Mídia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filmes, séries e músicas baseadas em seu histórico e preferências.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 Waze analisam tráfego em tempo real para sugerir rotas otimizadas.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imagens médicas (raio-X, ressonância), desenvolvimento de novas medicações.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público, criação de e-mails, otimização de campanhas.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dessas aplicações de IA você já utiliza no seu dia a dia profissional ou pessoal sem se dar conta? Como elas impactam suas atividades?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fundamental encarar a IA como uma poderosa ferramenta. Ela serve para amplificar nossas capacidades, automatizar tarefas repetitivas e analisar dados.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um substituto completo para a inteligência humana. Ela ainda não compreende emoções complexas ou nuances de linguagem como um ser humano.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9415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da IA é diretamente ligada à qualidade e quantidade dos dados com os quais foi treinada.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habilidade fundamental para profissionais em todas as áreas, não apenas para técnicos.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tarefas repetitivas, liberando tempo para atividades estratégicas.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valiosos ao analisar grandes volumes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portas para novos produtos, serviços e modelos de negócio, gerando vantagem competitiva.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 melhora a interação com o cliente através de recomendações e chatbots.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entendem e usam IA são mais valorizados e resilientes no mercado.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detectar fraudes e identificar ameaças cibernéticas em tempo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o Futuro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é essencial para acompanhar as transformações tecnológicas e sociais.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desmistificamos a Inteligência Artificial, definindo-a como a capacidade de máquinas simularem habilidades humanas.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os tipos de IA Fraca e Forte, enfatizando a relevância da IA Fraca em nossas vidas.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207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fim, demonstramos como a compreensão da IA é crucial para profissionais não técnicos, impulsionando a eficiência e a inovação.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tarefas cognitivas humanas, sendo uma poderosa ferramenta.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tipos principais: IA Fraca (tarefas específicas, presente hoje) e IA Forte (inteligência geral, futura e teórica).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6964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amplamente integrada em nosso cotidiano e ambiente de trabalho, de smartphones a sistemas de recomendação.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profissionais não técnicos, a IA é vital para otimizar processos, tomar decisões informadas e inovar.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4696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aumenta a empregabilidade e a resiliência profissional no mercado em constante evolução.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de IA acessíveis para otimizar tarefas profissionais.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874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habilidades no uso prático de assistentes, geradores de texto e ferramentas de análise/automação.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8358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aumentar a produtividade e a eficiência no cotidiano de trabalho.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deixou de ser um privilégio de especialistas para se tornar uma força democratizante.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7612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empodera profissionais de diversas áreas, desde gestores a empreendedores, sem exigir conhecimento em programação.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6720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é integrar a IA para otimizar tarefas diárias, aumentar a produtividade e gerar resultados tangíveis.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68040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amplificando o trabalho humano e permitindo foco em atividades que exigem criatividade e inteligência.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Diversas ferramentas de IA estão disponíveis para profissionais não técnicos. Elas podem ser categorizadas conforme sua principal função.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Geradores de 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Simplificada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de Tarefas Básicas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Gerenciar rotinas e comandos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conteúdo escrito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Extrair insights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fluxos de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PLN, 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Modelos de Linguagem (LLM)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lógicos ("Se-Então")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Assistant,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Google 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Looker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Zapier, Make, Power Automate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Otimização de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 da 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Tomada de decisão informada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tarefas repetitivas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virtuais como Google Assistant, Siri e Microsoft Copilot utilizam Processamento de Linguagem Natural (PLN) e Machine Learning. Eles interpretam comandos de voz ou texto, compreendem intenções e executam ações. Aprendem com as interações para se tornarem mais precisos e personalizados.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Gestão de Tempo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reuniões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agendas e enviam convites automaticamente.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prazos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alertas como "Lembre-me de enviar o relatório até 17h".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tarefas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 itens a listas de afazeres.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Informações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Fornecem definições, dados de mercado ou notícias sem abrir o navegador.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resumir e-mails ou encontrar informações em documentos (com integração, ex: Copilot).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 de 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e-mails ou notas por voz.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instantânea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traduções rápidas em diversos contextos.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Microsoft Copilot no Teams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uma reunião online no Microsoft Teams, você pode pedir: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resuma os pontos-chave discutidos até agora." (Gera resumo em tempo real)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56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liste os itens de ação e para quem eles foram atribuídos." (Identifica e organiza tarefas pós-reunião)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ChatGPT e Google Gemini são baseadas em Grandes Modelos de Linguagem (LLM).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são treinadas em vastos volumes de texto para aprender padrões de linguagem, fatos e estilos.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42519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prompt (instrução) fornecido pelo usuário, geram texto coerente e relevante.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12115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Comunicação: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975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Sugerem tópicos para posts de blog ou campanhas.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de e-mails: Criam e-mails para clientes, ajustando o tom (formal, informal).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para redes sociais: Elaboram legendas engajadoras.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407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Treinamento: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1714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didático: Desenvolvem explicações simplificadas sobre temas complexos.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quizzes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 perguntas de múltipla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Resumem artigos científicos para apresentações.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Planejamento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internos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comunicados sobre políticas.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apresentações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Estruturam o conteúdo para palestras.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ideias para resolver problemas ou inovar.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Crucial: A IA é um apoio, não um substituto. Sempre revise e edite o conteúdo para garantir precisão, originalidade e alinhamento com seu tom de voz.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A IA pode "alucinar" (gerar informações falsas). Use-a como um ponto de partida, não como autoridade final.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126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Qual tarefa repetitiva ou demorada do seu dia a dia profissional você acredita que poderia ser otimizada com a ajuda de um assistente virtual ou gerador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9745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texto?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Google Looker Studio e Microsoft Power BI utilizam algoritmos de Machine Learning e interfaces intuitivas. Elas processam grandes volumes de dados para identificar padrões, anomalias, tendências e correlações. Os resultados são apresentados em formatos compreensíveis, como gráficos e painéis interativos, muitas vezes respondendo a perguntas em linguagem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 de Vendas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uma planilha de vendas mensal. A IA pode responder "Qual produto teve o maior crescimento de vendas no último trimestre?" e gerar gráficos.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Feedback de Clientes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centenas de comentários, a IA classifica-os como positivos/negativos e identifica temas recorrentes.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Campanhas de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Google Ads usam IA para otimizar lances e segmentar público, sugerindo ajustes para melhorar o ROI (Retorno sobre Investimento).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Simples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dados históricos, a IA pode prever custos para o próximo trimestre, auxiliando no planejamento orçamentário.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Análise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Clara: A força dessas ferramentas reside em transformar dados brutos em histórias visuais claras.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Natural: Muitas permitem fazer perguntas em português, e a IA tenta gerar a resposta visualmente.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Especialista: A interpretação profunda e a tomada de decisões estratégicas ainda dependem do profissional humano. A IA serve como um "olho extra".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utiliza ferramentas no-code (sem código) e low-code (pouco código), como Zapier e Make. A ideia é criar "receitas" onde um "gatilho" (trigger) provoca uma "ação" (action) predefinida. Essas ferramentas funcionam como "pontes" entre diferentes aplicativos, realizando tarefas sem intervenção humana e muitas vezes com IA para otimizar os fluxos.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E-mails e Notificações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receber um e-mail específico, cria uma tarefa no Trello e envia uma notificação SMS.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automaticamente anexos de e-mails em uma pasta do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Organização de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preenchimento de formulário no Google Forms adiciona uma linha a uma planilha e envia um e-mail de boas-vindas.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menções da marca em redes sociais e as salva em um documento para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Sistemas e Bancos de Dados Simples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plataforma e-commerce atualiza automaticamente o estoque em planilha de controle.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 tarefa em um software atualiza o status do projeto em outro.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Simplificados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mês: extrai dados de vendas, organiza em modelo e envia relatório por e-mail.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Automação de Tarefas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"Se Isso, Então Aquilo": A chave é identificar pares de "Acontece X" e "Faça Y".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para o Trabalho Estratégico: Automatizar tarefas repetitivas libera tempo para atividades que exigem criatividade e resolução de problemas complexos.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Pequeno: Identifique 1-2 tarefas repetitivas e teste a automação. O impacto cumulativo pode ser surpreendente.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Inteligência Artificial pode transformar a rotina profissional, abordando ferramentas acessíveis que dispensam conhecimentos 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 otimizar tarefas e aumentar a produtividade.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207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Cobrimos assistentes virtuais, geradores de texto, soluções de análise de dados simplificada e plataformas de automação.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principal foi desmistificar o uso da IA, mostrando como ela atua como uma poderosa aliada no dia a dia, desde a gestão do tempo até a criação de conteúdo e análise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37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informações.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a profissionais não técnicos através de ferramentas intuitivas e sem código (no-code).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9664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gama de ferramentas para otimizar tarefas diárias, como agendamentos, escrita e análise de dados.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potencializa a produtividade, liberando tempo para atividades mais estratégicas e criativas.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4696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é crucial: a IA é uma ferramenta de apoio, mas a validação e a decisão final são sempre do profissional.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207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as ferramentas é o primeiro passo para extrair valor e entender seu potencial.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aprimora a comunicação e a criação de conteúdo.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874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 capacidade de usar ferramentas de IA para gerar mensagens claras e eficazes.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8358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personalizar a comunicação e otimizar apresentações e traduções.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uma ferramenta poderosa para otimizar a comunicação e a criação de conteúdo.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cenário com sobrecarga de informação, clareza e impacto são essenciais.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42519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elevando a qualidade e a eficácia de e-mails, apresentações, traduções e mensagens personalizadas.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4056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foca em como a IA pode transformar a forma de se comunicar.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Exploraremos técnicas e ferramentas para gerar conteúdo eficaz, envolvente e adaptado ao público, garantindo que as mensagens sejam compreendidas e lembradas.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para escrita utilizam Modelos de Linguagem Grande (LLMs), treinados em vasta quantidade de textos. Elas analisam seu conteúdo e oferecem sugestões para melhorar clareza, estilo e impacto.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LLMs atuam em diversas frentes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e Concisão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frases prolixas e sugerem formas mais diretas.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e Ortografia Avançada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Corrigem problemas complexos de pontuação, concordância e uso de preposições.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Tom: Adaptam o texto para um tom específico (formal, persuasivo) e garantem consistência estilística.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e Paráfrase: Oferecem variações da mesma ideia para evitar plágio ou diversificar a apresentação.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42519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Criam rascunhos iniciais ou outlines de conteúdo a partir de um prompt.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simplifica o processo de criação de apresentações, desde a estrutura até o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 Tópicos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uma sequência lógica de slides e subtópicos para um tema.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Conteúdo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bullet points, sugere títulos e resumos impactantes.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layouts, paletas de cores, imagens e até ícones/gráficos.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 coesão do conteúdo, a consistência do design e a legibilidade.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de tradução modernas (Traducão de Máquina Neural - NMT) usam redes neurais profundas para um contexto mais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Documentos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Traduzem mantendo a coerência e coesão.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Nuances e Tom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Adaptam a tradução para preservar o tom original.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Específicos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Reconhecem e traduzem corretamente jargões da indústria.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tradução simultânea de voz ou texto em conversas.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permite adaptar a mensagem ao público-alvo, gerando mensagens personalizadas em escala. Ela analisa dados sobre o público (demografia, interesses, histórico) e customiza o conteúdo.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Avançada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padrões complexos em dados de clientes para segmentação precisa.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Dinâmico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a criação de diferentes versões do mesmo conteúdo (e-mails, posts) para cada segmento.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produtos, artigos ou informações relevantes com base no comportamento do usuário.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Linguagem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mensagens para se adequar ao perfil do público (formal, informal, técnico).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1)</a:t>
            </a:r>
            <a:endParaRPr lang="en-US" sz="2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Informal, pouco profissional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Profissional, empático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 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Informar, pedir desculpas e prover solução (nova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Prolixo e com redundâncias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 e objetivo, com informações essenciais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direcionamento claro para o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Sugere passos claros e novas informações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"Por um tempo" pouco específico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"Estimamos uma nova data de entrega em [Data]" fornece 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2)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200857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frustração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Diminui atrito, oferece resolução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"Gostaria de informar que, infelizmente, houve um problema com a logística e, portanto, a entrega do produto que você encomendou será atrasada por um tempo. Pedimos desculpas por isso."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"Lamentamos informar que a entrega do seu pedido sofrerá um pequeno atraso devido a imprevistos logísticos. Estamos trabalhando para resolver a situação e estimamos uma nova data de entrega em [Data]. Pedimos desculpas pelo inconveniente."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sobre "Tendências de Marketing Digital para 2024".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roteiro para uma apresentação de 15 minutos sobre as principais tendências de marketing digital para 2024, focando em IA e personalização."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IA (exemplo de estrutura)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Desvendando o Futuro: Tendências de Marketing Digital 2024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Por que o Marketing Digital está em constante evolução?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1: A Revolução da IA no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e Comportamental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Conteúdo e Campanhas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2: Hiperpersonalização em Escala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do Cliente 1:1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Dinâmica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Respostas / Conclusão.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1)</a:t>
            </a:r>
            <a:endParaRPr lang="en-US" sz="24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"Arquitetura de microserviços", "latência das transações"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"Microservices architecture", "transaction latency"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2)</a:t>
            </a:r>
            <a:endParaRPr lang="en-US" sz="2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15981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implementação da nova arquitetura de microserviços otimizou o desempenho do sistema em 30%, resultando em uma redução significativa na latência das transações."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implementation of the new microservices architecture optimized system performance by 30%, resulting in a significant reduction in transaction latency."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1)</a:t>
            </a:r>
            <a:endParaRPr lang="en-US" sz="24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Jovem, interesse em 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Mulher adulta, interesse em moda feminina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Entusiasmado, informal, uso de emojis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Elegante, respeitoso, uso sutil de emoji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Gadgets, smartphones, dispositivos inteligentes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 exclusiva, peças elegantes, moda primavera-verão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Impulsiona a ser o "primeiro a conferir" novidades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Convida a "visitar loja online" para explorar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2)</a:t>
            </a:r>
            <a:endParaRPr lang="en-US" sz="24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622499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"Olá [Nome do Cliente A], as novidades em gadgets estão de cair o queixo! Descubra nossos lançamentos de smartphones e dispositivos inteligentes que vão revolucionar sua rotina. Clique aqui e seja o primeiro a conferir!"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"Prezada Sra. [Sobrenome do Cliente B], as tendências da moda primavera-verão chegaram! Explore nossa coleção exclusiva de peças elegantes e atemporais, pensadas para você brilhar. Visite nossa loja online!"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automação de tarefas de comunicação pela IA pode liberar seu tempo para focar em aspectos mais estratégicos e criativos do seu trabalho?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se torna um assistente inteligente para o profissional moderno, otimizando as seguintes áreas: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textos para e-mails, relatórios, propostas, artigos e posts de blog, elevando a clareza e persuasão.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Vendas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campanhas mais eficientes, personaliza mensagens e aumenta o engajamento do cliente.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Educação: Gera materiais didáticos, resumos e questões, adaptando o conteúdo ao nível de aprendizado dos alunos.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Interna: Ajuda a redigir comunicados claros e objetivos, garantindo que a informação seja bem recebida por toda a equipe.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9415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Cliente: Automatiza respostas, cria scripts de atendimento e personaliza interações, melhorando a experiência do usuário.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usar a IA na comunicação, é importante estar ciente de alguns pontos: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Excessiva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a revisão humana é indispensável para garantir a precisão e o tom.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podem reproduzir vieses presentes nos dados de treinamento, resultando em conteúdo tendencioso. A curadoria é vital.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Originalidade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o conteúdo gerado por IA pode soar genérico ou repetitivo, perdendo a voz única.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Privacidade: Atenção ao compartilhar informações sensíveis com ferramentas de IA, especialmente as baseadas na nuvem.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Nuance: A IA ainda pode falhar em captar o contexto cultural e as nuances mais sutis, que apenas a inteligência humana percebe.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9415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mitigar esses desafios, é crucial sempre avaliar criticamente a saída da IA e usá-la como um ponto de partida, não como um substituto.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maximizar o uso da IA, siga estas técnicas: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56588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Objetivo e Público: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33016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a IA, tenha clareza sobre o que você deseja alcançar (informar, persuadir, educar).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728976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seu público: nível de conhecimento, interesses, demografia e persona.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24936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clareza será o seu prompt inicial, direcionando a geração de conteúdo pela IA.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120896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e Refinamento com a IA: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IA como um assistente interativo.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 rascunho: Peça a primeira versão à 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 edite: Identifique melhorias e forneça feedback específico.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7990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Comunique-se com a IA: Peça para "deixar o parágrafo mais conciso" ou "mudar o tom".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9504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O processo de feedback contínuo leva a resultados superiores.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Clareza e Impacto: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5658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ajuda, mas a responsabilidade final é sua.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68068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linguagem simples e direta, evitando jargões desnecessários.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764028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 estrutura lógica do conteúdo para um fluxo natural de ideias.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59988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Chamadas para Ação (CTAs) claras, se o objetivo for uma reação do leitor.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apresentações, use elementos visuais relevantes e impactantes.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7612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Análise (Para Conteúdo em Larga Escala):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52548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personalização e campanhas, é essencial medir o desempenho.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0485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diferentes versões geradas pela IA (Testes A/B).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59988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métricas como taxas de abertura, cliques e engajamento.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prompts e estratégias de IA com base nos dados, criando um ciclo de melhoria contínua.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IA revoluciona a comunicação e a criação de conteúdo, agindo como um poderoso assistente.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4696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usar ferramentas de IA para aprimorar textos, construir apresentações eficazes, realizar traduções precisas e personalizar mensagens em escala.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207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com a IA, aliada ao feedback humano, é fundamental para resultados excepcionais.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 aliado estratégico para otimizar textos, apresentações e traduções, liberando tempo para foco estratégico.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permitem criar conteúdo mais claro, conciso e com tom adequado para diversos públicos.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207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personalização em escala é viabilizada pela capacidade da IA de analisar dados e adaptar mensagens.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amplia as capacidades humanas, atuando como um assistente inteligente, mas não substitui a criatividade ou o senso crítico.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experimentação, prompts claros e iteração são cruciais para obter os melhores resultados da IA na comunicação.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como a IA aprimora a análise de dados e a tomada de decisão.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874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ferramentas acessíveis de IA para identificar padrões e prever resultados.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8358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insights gerados por IA para decisões estratégicas e otimização.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co-piloto para a tomada de decisão. Ela processa volumes de informações. Identifica padrões ocultos e prevê cenários.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substituir o julgamento humano, mas amplificar a capacidade de análise. A IA apresenta insights de forma clara, mesmo para não especialistas.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9415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eficácia da IA depende da qualidade e quantidade dos dados. Dados brutos podem ser numéricos, textuais, imagens ou áudios.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(incompletos, inconsistentes) levam a insights ruins. É crucial saber onde os dados estão e quais são os mais importantes.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dados assistida por IA aprimora a análise humana. Ela automatiza tarefas repetitivas e identifica padrões que seriam difíceis de perceber.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901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analisa séries históricas de dados.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016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aponta padrões de crescimento, declínio ou sazonalidade.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21310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(Outliers):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895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dados que se desviam do padrão esperado.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0010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indicar problemas ou oportunidades.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Rápida: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geram dashboards e relatórios interativos.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11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 informações relevantes em formatos gráficos e fáceis de entender.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1714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Resultados Básicos: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9356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projeta o futuro próximo com base em dados históricos.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305048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aprendem com o passado para fazer "apostas" educadas.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precisão depende da qualidade dos dados e da estabilidade do cenário.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IA analisa dados de vendas dos últimos 5 anos. Ele identifica um aumento significativo em novembro e dezembro para produtos específicos.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insight permite planejar estoques e campanhas de marketing para o próximo ano. Demonstra a IA otimizando o planejamento com base em tendências.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9415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financeiros, um gasto muito acima da média em uma categoria é sinalizado pela IA. Pode ser um erro, fraude ou uma nova oportunidade.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gera insights para decisões estratégicas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Causa Raiz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aponta as prováveis causas de problemas.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clientes com características similares para marketing.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e sugere melhorias em fluxos de trabalho.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Oportunidades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novos nichos ou produtos em potencial.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Previsão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vendas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vendas futuras para gestão de estoque.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serviços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a distribuição para empresas de saneamento.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a cursos/eventos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taxas de inscrição em instituições de ensino.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</a:t>
            </a:r>
            <a:endParaRPr lang="en-US" sz="24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Inteligentes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Plataformas BI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CRM/ERP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Marketing Digital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automáticos, previsões básicas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interativos, PLN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vendas, sugestões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comp. usuário, otimização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automática de gráficos, "Ideias"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em linguagem natural, insights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fechamento negócio, análise sentimento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canais valiosos, segmentação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(recursos de IA), Google Sheets (Add-ons)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Tableau, Qlik Sense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(Einstein AI), SAP (Leonardo 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Analytics, Mailchimp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"Análise Rápida" sugere gráficos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Perguntar "vendas por produto" gera gráfico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"Cliente X se beneficiaria de produto 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usuários com maior prob. de conversão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26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você poderia começar a aplicar a identificação de tendências ou anomalias em seus próprios dados de trabalho hoje, mesmo sem uma ferramenta de 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981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dos dados é um fator crítico. Dados ruins ou incompletos podem levar a insights distorcidos.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40563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o julgamento humano é sempre essencial. As previsões são estimativas, não certezas absolutas.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excessiva da IA pode ofuscar a intuição e experiência humana. É importante equilibrar a tecnologia com o conhecimento do domínio.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 pode levar a decisões injustas ou ineficazes. É crucial considerar a origem e representatividade dos dados.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potente assistente na tomada de decisão e análise preliminar, processando grandes volumes de dados para identificar tendências,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37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e gerar previsões.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acessíveis permitem que mesmo profissionais não técnicos obtenham insights valiosos, otimizando processos e aprimorando estratégias com base em dados.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84556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eficaz da IA requer dados de qualidade e um equilíbrio com o julgamento humano.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a análise de dados, agindo como um co-piloto para decisões informadas.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4696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qualidade são a base para insights precisos e eficazes da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tendências, anomalias e oferece previsões para melhor planejamento.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9664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para diagnóstico, segmentação e otimização são gerados pela IA.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são acessíveis e intuitivas para profissionais não técnicos.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implicações éticas e os riscos de segurança da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874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impacto da IA na redefinição de funções profissionais.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8358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visão estratégica para colaborar de forma consciente e responsável com a IA.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redefine como vivemos e trabalhamos. Ir além da funcionalidade e focar na ética, segurança e futuro é essencial.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equipa profissionais para navegar no cenário da IA de modo consciente e estratégico.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ética na IA guia o desenvolvimento e a aplicação de sistemas. À medida que a IA se torna autônoma, novas questões complexas surgem.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69011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e Discriminação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podem perpetuar vieses sociais presentes nos dados de treinamento.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discriminatórias podem surgir se os dados refletem preconceitos (racismo, sexismo).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42519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0162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Contratação: IA que prioriza um gênero por histórico de dados.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975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Negação de crédito a minorias, reproduzindo desigualdades históricas.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dados e auditorias algorítmicas regulares.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11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datasets diversos e representativos.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IA explicável (XAI).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441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Explicabilidade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05562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decide é crucial para confiança e responsabilidade.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complexos, como redes neurais, são "caixas pretas" difíceis de interpretar.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056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Médico: Ausência de explicação dificulta a justificativa do médico ao paciente.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0162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Judiciais: Falta de clareza impede questionamento das previsões de reincidência.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49758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87400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identificação de vieses e depuração de erros.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a aceitação e confiança dos usuários.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Responsabilidade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crescente autonomia da IA levanta a questão da atribuição de responsabilidade.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5219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culpado se as ações da IA causam danos?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636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4010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Autônomos: Acidentes geram complexidade na atribuição de responsabilidade.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Batalha: IA autônoma em contextos militares questiona a responsabilidade por decisões de vida ou morte.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marcos regulatórios claros e éticos para responsabilidade da IA.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exige acesso a grandes volumes de dados, incluindo informações sensíveis. Isso cria novos vetores de ameaça e amplia a superfície de ataque.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606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Dados em Sistemas de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6720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são alvos de ataques que comprometem a integridade ou confidencialidade dos dados.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6804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ataques: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Envenenamento de Dados (Data Poisoning): Dados corrompidos no treinamento geram decisões erradas ou manipulam resultados.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60600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(Adversarial Attacks): Pequenas alterações em inputs enganam a IA (ex: sinal de "PARE" identificado como "VELOCIDADE LIMITADA").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241040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Sensíveis (Model Inversion Attacks): Infeccionar dados de treinamento apenas observando as saídas do modelo.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sofisticação da IA oferece novas ferramentas para cibercriminosos, como deepfakes e contorno de segurança.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em repouso e em trânsito com criptografia forte.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o privilégio mínimo, garantindo acesso apenas essencial.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 e Pseudonimização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 substituir identificadores antes do uso de dados sensíveis na 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Segurança Regulares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sistemas de IA para identificar vulnerabilidades.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Constante: Detectar anomalias que possam indicar ataques ou falhas.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Regulatória: Alinhar o uso da IA com LGPD/GDPR para proteger dados pessoais.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42519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sua empresa ou área de atuação pode ser impactada por um viés em um sistema de IA?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12115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dados seriam mais críticos para proteger em um cenário com IA? Pense em exemplos concretos.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automatizará tarefas repetitivas, liberando humanos para atividades estratégicas e criativas.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ao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lidam com perguntas frequentes, liberando humanos para casos complexos.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automatiza reconciliação, faturas, permitindo foco em análise e consultoria.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requalificação e desenvolvimento de novas habilidades para colaboração com IA.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não é a substituição, mas a colaboração humano-IA.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e suporta decisões humanas.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Gráfico: IA gera rascunhos, designers refinam com criatividade.</a:t>
            </a:r>
            <a:endParaRPr lang="en-US" sz="1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Medicina: IA sugere diagnósticos, mas a decisão final é do especialista humano.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0566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produtividade, alavanca capacidade de processamento da IA e intuição humana.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saídas da IA, questionar recomendações e identificar vieses.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 Inovação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pensar "fora da caixa" como diferencial humano.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Empatia, comunicação e negociação em funções de liderança.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de Dados (Data Literacy)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 interpretar dados para interagir com a IA.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 e Aprendizagem Contínua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para aprender novas ferramentas e habilidades.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Sociedade e Governança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Regulamentação: Necessidade de novas leis e diretrizes éticas (ex: UE) para 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29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Social: A IA influenciará educação e saúde, exigindo políticas públicas justas.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explorou a ética, segurança e o futuro da IA no trabalho, destacando a necessidade de abordar vieses, transparência e responsabilidade.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Discutimos a importância da segurança de dados e as melhores práticas para mitigar riscos em sistemas de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20720"/>
            <a:ext cx="8065008" cy="1122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continuação da automação, a colaboração humano-IA emerge como o modelo predominante, exigindo o desenvolvimento de novas habilidades essenciais para profissionais e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37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governança mais robusta da tecnologia.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9804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é fundamental: Vieses, falta de transparência e responsabilidade são desafios críticos da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22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é Inegociável: Proteja dados em IA contra ataques de envenenamento e evasão com boas práticas.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477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Humano-IA: O trabalho será focado em aprimoramento e interação entre humanos e IA.</a:t>
            </a:r>
            <a:endParaRPr 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Novas Habilidades: Pensamento crítico, criatividade e alfabetização de dados são cruciais para o futuro.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958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um Agente de Mudança: Profissionais com conhecimento em IA podem liderar a integração ética e segura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51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2590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IA estrategicamente no fluxo de trabalho individual.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0744"/>
            <a:ext cx="8138160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relevantes e estabelecer um plano de 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75584"/>
            <a:ext cx="8138160" cy="37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mentalidade de aprendizado contínuo em IA.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26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remodela o modo de trabalho, agindo como multiplicador de capacidade. Compreender essa transformação em nível individual é chave para um plano eficaz.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9819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impacta o trabalho individual através de três pilares principais, transformando atividades e resultados.</a:t>
            </a:r>
            <a:endParaRPr lang="en-US" sz="1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Tarefas Repetitivas: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otimiza tarefas rotineiras e demoradas.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118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tempo para foco em estratégias, criatividade e interações humanas.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1714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PLN, visão computacional e Machine Learning são aplicadas.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21310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Potencialização da Análise de Dados e Tomada de Decisão: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8952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superior de processar grandes volumes de dados.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profundos e rápidos.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tomada de decisões mais assertivas.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Criatividade e Inovação: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2326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atua como "copiloto" criativo.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4414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generativas (texto, imagem, código) aceleram o processo criativo.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3401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novas possibilidades e aprimora ideias existentes.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1)</a:t>
            </a:r>
            <a:endParaRPr lang="en-US" sz="2400" dirty="0"/>
          </a:p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200857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transcreve discussões de fóruns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usa PLN para analisar fóruns, identificar tópicos e sumarizar sentimentos, economizando horas.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analisa planilhas de vendas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usa IA para processar dados de vendas, mídias sociais e feedback, revelando padrões e previsões em minutos, permitindo ajustes rápidos.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2)</a:t>
            </a:r>
            <a:endParaRPr lang="en-US" sz="24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15981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de 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gasta horas em textos e rascunhos.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usa gerador de texto com IA para criar variações de anúncios e gerador de imagem para explorar conceitos visuais, servindo de ponto de partida.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da IA começa identificando prioridades e desafios pessoais. Isso requer autoavaliação sobre responsabilidades e aspirações.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371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exercício de autoanálise ajuda a visualizar onde a IA pode ter maior utilidade.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7096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suas tarefas diárias e semanais mais demoradas.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12115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tarefas repetitivas e monótonas que gostaria de otimizar.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seus principais desafios atuais no trabalho.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buscaria mais eficiência ou insights?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seus objetivos profissionais e como a IA pode ajudar a alcançá-los?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52192"/>
            <a:ext cx="8138160" cy="98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Quais das suas tarefas diárias se encaixam perfeitamente para serem otimizadas por uma ferramenta de IA? Imagine o impacto de liberá-las.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1)</a:t>
            </a:r>
            <a:endParaRPr lang="en-US" sz="2400" dirty="0"/>
          </a:p>
        </p:txBody>
      </p:sp>
      <p:graphicFrame>
        <p:nvGraphicFramePr>
          <p:cNvPr id="1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63474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 e Chatbots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Geração de texto, sumarização, brainstorm, tradução, planejamento, pesquisa. Exemplos: ChatGPT, Google Gemini, Microsoft Copilot. Aplicação: Criar rascunhos de e-mails, resumir artigos, gerar ideias para projetos.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Generativa (Texto/Imagem/Vídeo)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Criação de conteúdo original a partir de prompts. Exemplos: Midjourney, Stable Diffusion, DALL-E (imagens); RunwayML, Synthesia (vídeo); Copy.ai, Jasper (texto). Aplicação: Criar ilustrações, posts para redes sociais.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2)</a:t>
            </a:r>
            <a:endParaRPr lang="en-US" sz="24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63474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e Produtividade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Otimizar tarefas repetitivas e integrar aplicativos. Exemplos: Zapier (com integrações de IA), IFTTT, Microsoft Power Automate. Aplicação: Automatizar salvamento de anexos, criar lembretes, programar postagens.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e BI (com 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Extrair insights, visualizar informações, prever tendências. Exemplos: Microsoft Excel (recursos "Ideas"), Google Sheets (Smart Fill), Tableau, Power BI. Aplicação: Identificar padrões de vendas, prever demandas, analisar feedback.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3)</a:t>
            </a:r>
            <a:endParaRPr lang="en-US" sz="2400" dirty="0"/>
          </a:p>
        </p:txBody>
      </p:sp>
      <p:graphicFrame>
        <p:nvGraphicFramePr>
          <p:cNvPr id="1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2159813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 e 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Auxiliar no aprendizado, pesquisa e criação de materiais didáticos. Exemplos: Elicit (acadêmico), QuillBot (reformulador de texto). Aplicação: Encontrar artigos, parafrasear textos, gerar questionários.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Suas Ferramentas: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69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ou duas ferramentas que resolvam suas maiores prioridades.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56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versões gratuitas ou testes sem compromisso.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5171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usabilidade e interfaces intuitivas.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286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integração com softwares que você já usa.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3401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comunidades de usuários para dicas e soluções.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da IA evolui rapidamente. O aprendizado contínuo é essencial para se manter relevante e eficaz.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para Aprendizado Contínuo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Metas SMART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Específicas, Mensuráveis, Atingíveis, Relevantes, Temporais.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"Dominar o ChatGPT para gerar 5 rascunhos de comunicação interna até o final do mês."</a:t>
            </a:r>
            <a:endParaRPr lang="en-US" sz="1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Dedique Tempo Regularmente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blocos semanais (ex: 30 minutos a 1 hora) para explorar e aprender.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Fontes Confiáveis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newsletters, siga especialistas e participe de fóruns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Aproveite Recursos Educacionais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cursos online (Coursera, Udemy), tutoriais e webinars.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Seu Progresso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um diário simples do que aprendeu e dos resultados.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Seu Conhecimento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colegas para solidificar o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87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capacitou você a criar uma jornada pessoal com IA, identificando prioridades, explorando ferramentas relevantes e estabelecendo uma rotina de aprendizado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29108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contínuo. A integração estratégica da IA potencializa habilidades e libera tempo para tarefas de maior valor.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159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para todos os profissionais, independente da formação técnica.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54076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focando nos seus desafios e tarefas para identificar as melhores aplicações da IA.</a:t>
            </a:r>
            <a:endParaRPr 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vasta gama de ferramentas de IA intuitivas; comece experimentando uma ou duas.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4216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aprendizado contínuo é vital para se adaptar à evolução da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67000"/>
            <a:ext cx="8065008" cy="62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 de potencialização, não um substitutivo total do pensamento humano.</a:t>
            </a:r>
            <a:endParaRPr lang="en-US" sz="14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 |  Acesse os materiais complementares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131</Slides>
  <Notes>131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na Prática: Aplicações Reais para Profissionais Não Técnicos</dc:title>
  <dc:subjec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dc:subject>
  <dc:creator>EduGen AI</dc:creator>
  <cp:lastModifiedBy>EduGen AI</cp:lastModifiedBy>
  <cp:revision>1</cp:revision>
  <dcterms:created xsi:type="dcterms:W3CDTF">2026-03-03T04:11:42Z</dcterms:created>
  <dcterms:modified xsi:type="dcterms:W3CDTF">2026-03-03T04:11:42Z</dcterms:modified>
</cp:coreProperties>
</file>