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046720" cy="881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às Redes Neurais Artificiais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9578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curso apresenta os fundamentos das redes neurais artificiais, explicando como elas funcionam, seus principais componentes, tipos básicos de redes e aplicações práticas em inteligência artificial e aprendizado de máquina. Voltado para iniciantes em inteligência artificial e para estudantes universitários de tecnologia, o curso pressupõe conhecimentos básicos de programação.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5948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módulos  •  03 de março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9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O Que São Redes Neurais Artificiais?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Inspiração Biológica: O Cérebro como Modelo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Neurônio Artificial: A Unidade Básica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Neurônio Artificial: A Unidade Básica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MLP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Neural Artificial é composta pela interconexão de múltiplos neurônios, organizados em camadas. A arquitetura mais comum é a Rede Neural Feedforward Multicamadas (MLP).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 em camadas distintas:.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Entrada (Input Layer):.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camada da rede.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dados brutos (e.g., pixels de uma imagem, características de um dataset).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realiza processamento. O número de neurônios corresponde à dimensão dos dados de entrada.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Ocultas (Hidden Layers):.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MLP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Localizadas entre a entrada e a saída.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ocorre a maior parte do processamento e aprendizado.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neurônio processa informações de todos os neurônios da camada anterior.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camadas e neurônios é uma escolha de design, impactando a capacidade da rede de aprender padrões complexos e o risco de overfitting.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Saída (Output Layer):.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camada, produzindo a previsão final.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neurônios e a função de ativação dependem do tipo de problema:.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MLP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2391156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Problema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Neurônios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de Ativação Típica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Binária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Multiclasse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(número de classes)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Informação (Feedforward)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Informação (Feedforward)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Camada de Entrada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neurônios (um para cada pixel).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Camada Oculta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ter, por exemplo, 128 neurônios, cada um processando características da imagem.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Camada de Saída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neurônios (um para cada dígito), usando uma função Softmax para indicar a probabilidade de a imagem ser cada dígito.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são compostas por camadas de neurônios, incluindo uma camada de entrada para dados brutos, uma ou mais camadas ocultas para processamento complexo, e uma camada de saída para a previsão final, com informações fluindo unidirecionalmente.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Redes Neurais São Tão Poderosas?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Redes Neurais Artificiais se destacam por várias capacidades que as tornam ferramentas excepcionalmente poderosas em IA:.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2082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Não-Linearidade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ativação não lineares permitem que as redes aprendam e modelem relacionamentos extremamente complexos nos dados, superando as limitações dos modelos lineares.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96596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02082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Distribuído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3500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processamento e armazenamento da informação (nos pesos) estão distribuídos pela rede. Isso confere robustez e eficiência para grandes volumes de dados.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8386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Automática de Características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profundas podem aprender automaticamente a extrair características relevantes dos dados brutos, eliminando a necessidade de engenharia de características manual.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48386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treinamento, as RNAs podem fazer previsões precisas em dados novos e não vistos, uma capacidade fundamental para qualquer sistema de inteligência artificial.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O Que São Redes Neurais Artificiais?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156448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estabelecemos as bases para compreender as Redes Neurais Artificiais, explorando sua inspiração biológica e a funcionalidade do neurônio artificial.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sobre a arquitetura feedforward de uma rede multicamadas, com suas camadas de entrada, ocultas e de saída, e entendemos porque essa estrutura as torna tão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poderosas.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esta compreensão fundamental, você está pronto para explorar como essas redes aprendem e as diversas aplicações que impulsionaram a inteligência artificial moderna.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O Que São Redes Neurais Artificiais?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15644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seção: As Redes Neurais Artificiais são sistemas computacionais inspirados biologicamente, fundamentadas no neurônio artificial e com arquitetura em camadas,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possuindo alta capacidade de modelar não-linearidades, aprender características automaticamente e generalizar, o que as torna ferramentas poderosas em IA.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mergulhar mais fundo no mundo do aprendizado de máquina?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9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Como as Redes Neurais Aprendem?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Pesos e Vieses: Parâmetros Ajustáveis da Rede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explora os mecanismos fundamentais que permitem às redes neurais ajustar seus parâmetros e melhorar seu desempenho.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como uma rede neural aprende é crucial para projetar e otimizar modelos de inteligência artificial eficazes.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coração de qualquer rede neural artificial, pesos e vieses são os parâmetros ajustáveis que determinam como as entradas são transformadas em saídas.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 Pesos ($W$)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pesos ($W$) são coeficientes numéricos que representam a força ou a importância da conexão entre dois neurônios.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Multiplicam os valores de entrada, influenciando a ativação do neurônio seguinte.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altos indicam influência forte, enquanto pesos baixos indicam pouca influência.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negativos podem suprimir a ativação.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ajustados iterativamente durante o treinamento para minimizar o erro, permitindo à rede aprender relações complexas.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 Pesos ($W$)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Pesos quantificam a importância de cada entrada para a ativação de um neurônio.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 um neurônio recebendo entradas $x_1, x_2, x_3$ com pesos $w_1, w_2, w_3$. A contribuição ponderada é:.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$w_1 \cdot x_1 + w_2 \cdot x_2 + w_3 \cdot x_3$.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 Vieses ($b$)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vieses ($b$) são valores adicionais somados à soma ponderada das entradas, antes da aplicação da função de ativação.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que a função de ativação seja deslocada, ou seja, ajustam o ponto de ativação do neurônio.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cruciais para o neurônio produzir uma saída significativa mesmo com entradas nulas ou negativas.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pesos, são ajustados durante o treinamento para otimizar o desempenho, oferecendo maior flexibilidade ao modelo.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Vieses fornecem flexibilidade, permitindo que a rede se ajuste a padrões que não passariam pela origem.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 Vieses ($b$)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Incluindo o viés $b$ na soma ponderada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$Z = (w_1 \cdot x_1 + w_2 \cdot x_2 + w_3 \cdot x_3) + b$ $Z$ é a entrada final para a função de ativação.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e vieses são os parâmetros fundamentais que uma rede neural ajusta durante o aprendizado, sendo os pesos responsáveis pela força das conexões e os vieses pelo ajuste do limiar de ativação.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 Definição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uma rede neural aprenda, ela precisa quantificar o quão bem suas previsões correspondem à realidade. A função de custo (ou função de perda) fornece essa medida.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de custo é uma fórmula matemática que calcula a diferença entre a saída prevista pela rede ($\hat{y}$) e o valor real ($y$).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o valor da função de custo, pior o desempenho da rede.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aprendizado é minimizar essa função.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 Tipos Comuns de Funções de Custo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085186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Problema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de Custo Comum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Simplificada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(valor contínuo)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Quadrático Médio (MSE)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$MSE = \frac{1}{N} \sum (y_i - \hat{y}_i)^2$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Multiclasse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Entropia Cruzada Categórica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$L = - \sum_{i=1}^{C} y_{i} \log(\hat{y}_{i})$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Binária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Entropia Cruzada Binária (para 2 classes)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$L = -(y \log(\hat{y}) + (1 - y) \log(1 - \hat{y}))$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 Tipos Comuns de Funções de Custo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A escolha inadequada da função de custo pode levar a um treinamento ineficiente ou a resultados subótimos.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deve ser compatível com o tipo de problema (regressão, classificação).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seção: A função de custo mede o "erro" da rede neural, sendo crucial para guiar o processo de aprendizado na busca pela minimização dessa diferença entre previsão e realidade.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 O que é Backpropagation?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 que o erro é calculado, a Retropropagação do Erro (Backpropagation) utiliza esse erro para ajustar os pesos e vieses.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retropropagação é um algoritmo essencial que opera em duas fases principais:.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Forward (Feedforward):.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entradas são propagadas pela rede, calculando as saídas de cada neurônio até a camada de saída.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 O que é Backpropagation?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de custo é calculada para quantificar o erro.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Backward (Backpropagation):.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da camada de saída é propagado "para trás" através da rede.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Calcula-se como cada peso e viés contribuiu para o erro total e, então, ajusta-se esses parâmetros na direção de minimizá-lo.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 O Conceito Fundamental: Regra da Cadeia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retropropagação baseia-se na regra da cadeia do cálculo diferencial.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permite calcular a derivada da função de custo em relação a cada peso e viés ($\frac{\partial C}{\partial w_{ij}}$ e $\frac{\partial C}{\partial b_i}$).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derivadas (gradientes) indicam a "direção" e "magnitude" do ajuste necessário.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gradiente positivo sugere diminuir o parâmetro; um negativo sugere aumentá-lo para reduzir o custo.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A retropropagação usa a regra da cadeia para calcular os gradientes, que informam à rede como cada parâmetro afetou o erro total.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 Processo Simplificado do Backpropagation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na camada de saída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Calcula-se o erro para cada neurônio na camada de saída.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Propagação reversa do erro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é distribuído para os neurônios das camadas ocultas, avaliando a responsabilidade de cada um no erro total.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pesos e vieses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nos gradientes calculados, pesos e vieses são atualizados para reduzir o erro.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é o algoritmo central que permite à rede neural aprender, propagando o erro da saída para trás através das camadas para calcular os gradientes e ajustar os parâmetros do modelo.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 Otimizador Fundamental: Gradiente Descendente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Otimizadores são algoritmos que usam os gradientes calculados pela retropropagação para modificar eficientemente os pesos e vieses, navegando pelo "terreno" da função de custo em busca de seu mínimo global.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Gradiente Descendente é o otimizador mais fundamental.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Conceito: Otimizador move-se na direção oposta ao gradiente (maior declive) da função de custo para minimizá-la.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Atualização:.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 Otimizador Fundamental: Gradiente Descendente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$Parâmetro_{novo} = Parâmetro_{antigo} - \eta \cdot \frac{\partial C}{\partial Parâmetro_{antigo}}$ $Parâmetro$: Peso ($w$) ou viés ($b$).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$\eta$ (eta): Taxa de Aprendizado.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 Taxa de Aprendizado ($\eta$)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aprendizado é um hiperparâmetro crucial que controla o tamanho dos passos do otimizador:.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 alta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 convergência (potencialmente instável, pode "pular" o mínimo).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 baixa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lenta (risco de ficar preso em mínimos locais).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taxa de aprendizado mal escolhida pode impedir a convergência do modelo ou tornar o treinamento excessivamente demorado. É um dos hiperparâmetros mais importantes a ser ajustado.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 Variações do Gradiente Descendente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otimizar o treinamento, foram desenvolvidas variações:.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todos os exemplos de treinamento para calcular o gradiente.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estável para o mínimo, mas lento para grandes datasets.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(SGD):.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apenas uma amostra por iteração.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 Variações do Gradiente Descendente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Rápido, introduz "ruído" que pode ajudar a evitar mínimos locais.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mais errático para o mínimo.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Gradient Descent:.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um subconjunto (mini-lote) de amostras.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entre velocidade e estabilidade, sendo a abordagem mais comum.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 Outros Otimizadores Avançados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Otimizadores mais sofisticados combinam estratégias para melhorar a eficiência:.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inércia às atualizações, ajudando a superar mínimos locais e acelerar em vales planos.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a taxa de aprendizado para cada parâmetro individualmente.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Semelhante ao AdaGrad, mas mitiga a diminuição excessiva da taxa de aprendizado.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 Outros Otimizadores Avançados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Adam: Combina conceitos de Momentum e RMSprop, sendo um dos otimizadores mais populares e eficazes.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Otimizadores utilizam os gradientes para atualizar os parâmetros da rede de forma estratégica, sendo a taxa de aprendizado um fator crítico no controle da velocidade e estabilidade desse processo.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seção: Otimizadores guiam a atualização dos pesos e vieses usando os gradientes, com o Gradiente Descendente e suas variações (SGD, Mini-Batch GD) como base, e otimizadores avançados como Adam oferecendo maior eficiência.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esta compreensão sólida dos mecanismos de aprendizado, você está preparado para explorar a implementação e aplicação prática desses conceitos.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2082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de aprendizado em redes neurais é uma interação contínua entre:.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96596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02082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e Vieses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3500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parâmetros internos que a rede ajusta.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8386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feedback que mede o desempenho.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342900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48386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Retropropagação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que calcula como ajustar os parâmetros.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para realizar esses ajustes de forma eficiente.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Como as Redes Neurais Aprendem?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15644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seção: As redes neurais aprendem pela otimização de pesos e vieses, guiadas pela função de custo que mede o erro e ajustadas pela retropropagação, com o auxílio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otimizadores que controlam o processo de convergência. Este ciclo iterativo permite que a rede melhore suas previsões continuamente.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Tipos Básicos e Aplicações de Redes Neurais</a:t>
            </a:r>
            <a:endParaRPr 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Convolucionais (CNNs)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803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explora as arquiteturas de Redes Neurais (RNs) mais utilizadas, como Redes Neurais Convolucionais (CNNs) e Recorrentes (RNNs).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Entenderemos como diferentes tipos de RNs são otimizados para dados específicos, capacitando-o a selecionar a ferramenta correta para cada desafio, desde processamento de imagens até análise de linguagem.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CNNs são redes neurais especializadas no processamento de dados com topologia de grade, como imagens.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Inspiradas no córtex visual, elas exploram a correlação espacial entre os pixels, ao contrário das redes densas que tratam cada pixel isoladamente.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CNNs utilizam a convolução para identificar padrões locais (bordas, texturas) em diferentes partes da imagem, garantindo invariância à translação.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e Vantagens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essas camadas, características são "achatadas" e alimentadas em camadas totalmente conectadas para a saída final (classificação ou regressão).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2082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CNNs operam através de três mecanismos principais:.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96596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02082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3500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filtro (kernel) "desliza" sobre a imagem, realizando um produto escalar e gerando um mapa de características.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8386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Retificação (ReLU)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ativação não lineares (como ReLU) introduzem a complexidade necessária para aprender padrões mais sofisticados.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342900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48386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(Agrupamento)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as dimensões espaciais do mapa de características (ex: Max Pooling), diminuindo a complexidade e tornando a rede robusta a variações.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e Vantagens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Invariância à Translação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padrões independente da posição.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Parâmetros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pesos e pooling minimizam o número de parâmetros, prevenindo overfitting.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Características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 a detectar características de forma progressiva, do simples ao complexo.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e Vantagens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sistema de reconhecimento de placas de veículos, uma CNN aprenderá a identificar as formas dos números e letras, independentemente de onde eles apareçam na imagem da placa. As primeiras camadas detectariam linhas e curvas, enquanto as mais profundas combinariam essas características em dígitos específicos.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Típicas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CNNs impulsionam avanços em visão computacional:.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Imagens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objetos (ex: cachorros, gatos).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Objetos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e classificação de múltiplos itens em uma imagem (ex: carros e pedestres em carros autônomos).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Semântica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individual de cada pixel (ex: céu, estrada, veículo).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Típicas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Facial: Identificação de indivíduos.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Linguagem Natural (PLN): Usadas em tarefas como classificação de texto, embora RNNs sejam mais comuns.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seção: CNNs são otimizadas para dados visuais e realizam a detecção hierárquica de características através de convolução, ativação e pooling, resultando em eficientes sistemas de visão computacional.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Recorrentes (RNNs)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RNNs são projetadas para processar dados sequenciais, onde a ordem e as dependências entre os elementos são cruciais.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 possuem uma "memória" interna que permite que o estado atual seja influenciado por entradas passadas.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A recorrência em RNNs permite que informações de contexto de etapas anteriores sejam usadas no processamento da etapa atual, essencial para sequências.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e Vantagens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principal característica de uma RNN é sua habilidade de persistir informações ao longo do tempo. Em cada etapa $t$:.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 entrada atual ($x_t$).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estado oculto anterior ($h_{t-1}$), que encapsula a "memória".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estado oculto atual ($h_t$).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uma saída ($y_t$) baseada em $h_t$.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Sequências: Ideal para texto, áudio e séries temporais.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e Vantagens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básicas lidam mal com dependências de longo prazo devido ao desaparecimento/explosão de gradientes. Soluções avançadas incluem:.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2082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Contextual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informações passadas, crucial para prever o próximo elemento em uma sequência.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96596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02082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Soluções (RNNs Avançadas)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3500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8386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 (Long Short-Term Memory)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Utilizam "portões" (gates) para controlar quais informações devem ser mantidas ou descartadas na memória.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48386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GRUs (Gated Recurrent Unit)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8130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versão simplificada das LSTMs, com arquitetura mais leve.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e Vantagens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arquiteturas como LSTMs ou GRUs, RNNs padrão podem falhar ao aprender dependências de longo prazo em sequências, impactando tarefas como tradução de frases longas.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Típicas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(e suas variantes) são cruciais 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Linguagem Natural (PLN)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Automática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de idiomas.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conteúdo textual.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Típicas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Determinação do humor de um texto.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de Fala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de áudio para texto.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Típicas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Estoque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financeiros históricos.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Tempo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padrões climáticos.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Análise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de ações, considerando a sequência de frames.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Típicas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previsão do tempo, uma RNN pode analisar dados históricos de temperatura, umidade, pressão e vento para prever as condições futuras. Ao considerar a sequência de dados, ela captura padrões sazonais e tendências de longo prazo, fornecendo uma previsão mais precisa.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são fundamentais para dados sequenciais, usando um estado interno para manter o contexto. LSTMs e GRUs são variantes-chave que superam limitações das RNNs básicas, sendo amplamente aplicadas em PLN e análise de séries temporais.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Tipos de Redes Neurais e Aplicações Variadas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das CNNs e RNNs, existem diversas outras arquiteturas com propósitos específicos:.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Multicamadas (MLPs):.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feedforward básicas para dados tabulares, sem estrutura espacial/temporal.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Aplicações: Classificação de dados simples, regressão.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Autoencoders:.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 representações eficientes de dados de forma não supervisionada, via compressão (encoder) e reconstrução (decoder).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Aplicações: Redução de dimensionalidade, denoising, detecção de anomalias.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Tipos de Redes Neurais e Aplicações Variadas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Generativas Adversariais (GANs)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redes (gerador e discriminador) competem para criar e identificar dados realistas.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imagens, transferência de estilo.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Tipos de Redes Neurais e Aplicações Variadas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baseada em mecanismos de atenção, superando RNNs em muitas tarefas de PLN. Base de modelos como GPT-3.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Tradução, geração de texto, compreensão de linguagem.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Práticas em Diversas Áreas da IA (Parte 1)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6347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Aplicações Comuns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Neurais Típicas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por imagem, previsão de surtos, descoberta de medicamentos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CNNs, RNNs, MLPs, GNNs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Finanças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de mercados, detecção de fraudes, análise de risco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RNNs, MLPs, Autoencoders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Automotivo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Veículos autônomos, sistemas de assistência ao motorista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CNNs (percepção), RNNs (trajetória)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Comércio Eletrônico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de recomendação, chatbots, análise de avaliações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MLPs, RNNs, Transformers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Práticas em Diversas Áreas da IA (Parte 2)</a:t>
            </a:r>
            <a:endParaRPr lang="en-US" sz="24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275484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Aplicações Comuns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Neurais Típicas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Entretenimento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de conteúdo, reconhecimento de voz, personalização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GANs, Transformers, RNNs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Reconhecimento facial, detecção de ameaças cibernéticas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CNNs, MLPs, RNNs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Práticas em Diversas Áreas da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aplicações demonstram a capacidade das RNs de extrair padrões complexos, fazendo previsões e decisões inteligentes que transformam a vida cotidiana.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seção: Este módulo detalhou as CNNs para dados espaciais e RNNs para sequencias, além de apresentar outras arquiteturas como MLPs, Autoencoders, GANs e Transformers.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da arquitetura é vital para o sucesso da aplicação, impulsionando inovações em saúde, finanças, automotivo, entre outras.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esta base, você está apto a reconhecer e aplicar os tipos de redes neurais mais adequados para diversos desafios.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próximo módulo, aprofundaremos na prática com a preparação de dados e frameworks de Deep Learning.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às Redes Neurais Artificiais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praticando  |  Acesse os materiais complementares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às Redes Neurais Artificiais</dc:title>
  <dc:subject>Este curso apresenta os fundamentos das redes neurais artificiais, explicando como elas funcionam, seus principais componentes, tipos básicos de redes e aplicações práticas em inteligência artificial e aprendizado de máquina. Voltado para iniciantes em inteligência artificial e para estudantes universitários de tecnologia, o curso pressupõe conhecimentos básicos de programação.</dc:subject>
  <dc:creator>EduGen AI</dc:creator>
  <cp:lastModifiedBy>EduGen AI</cp:lastModifiedBy>
  <cp:revision>1</cp:revision>
  <dcterms:created xsi:type="dcterms:W3CDTF">2026-03-03T20:18:35Z</dcterms:created>
  <dcterms:modified xsi:type="dcterms:W3CDTF">2026-03-03T20:18:35Z</dcterms:modified>
</cp:coreProperties>
</file>