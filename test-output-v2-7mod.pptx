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</p:sldIdLst>
  <p:notesMasterIdLst>
    <p:notesMasterId r:id="rId117"/>
  </p:notesMasterIdLst>
  <p:sldSz cx="NaN" cy="NaN"/>
  <p:notesSz cx="NaN" cy="NaN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notesMaster" Target="notesMasters/notesMaster1.xml"/><Relationship Id="rId118" Type="http://schemas.openxmlformats.org/officeDocument/2006/relationships/presProps" Target="presProps.xml"/><Relationship Id="rId119" Type="http://schemas.openxmlformats.org/officeDocument/2006/relationships/viewProps" Target="viewProps.xml"/><Relationship Id="rId120" Type="http://schemas.openxmlformats.org/officeDocument/2006/relationships/theme" Target="theme/theme1.xml"/><Relationship Id="rId1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828800"/>
            <a:ext cx="10698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Inteligência Artificial para Aumentar a Produtividade no Trabalho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365760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AAAA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Gerado por EduGenAI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que você vai aprender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97280" y="14630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Introdução à Inteligência Artificial e seus Benefícios no Ambiente de Trabalho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097280" y="210312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Ferramentas de IA para Gerenciamento de Comunicação e Informação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097280" y="274320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Automação de Tarefas de Escrita e Criação de Conteúdo com IA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97280" y="33832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IA para Análise de Dados e Tomada de Decisão Otimizada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97280" y="402336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Ferramentas de IA para Gestão de Projetos e Organização Pessoal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97280" y="46634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Ética e Segurança no Uso de IA no Trabalho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97280" y="530352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Implementação Prática e Futuro da IA para Produtividade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Introdução à Inteligência Artificial e seus Benefícios no Ambiente de Trabalho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1097280" y="320040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1. Compreender os conceitos fundamentais da Inteligência Artificial (IA).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097280" y="374904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2. Identificar os principais tipos e aplicações da IA no contexto profissional.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097280" y="429768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3. Aplicar estratégias para aproveitar os benefícios da IA na otimização da produtividade.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CONTEÚDO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Introdução à Inteligência Artificial e seus Benefícios no Ambiente de Trabalho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Introdução à Inteligência Artificial e seus Benefícios no Ambiente de Trabalho.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FUNDAMENTOS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Fundamentos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Inteligência Artificial (IA) é um campo da ciência da computação que desenvolve máquinas capazes de executar tarefas que normalmente exigem inteligência humana.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331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Automação de Tarefas: Execução de tarefas repetitivas e baseadas em regras por máquinas, sem intervenção humana.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30175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Aprendizado (Machine Learning): Capacidade dos sistemas de aprenderem a partir de dados, identificando padrões e realizando previsões.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7033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Raciocínio Lógico: Processamento de informações para chegar a conclusões, simulando o raciocínio humano.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43891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Percepção: Interpretação de dados sensoriais (como imagens ou sons) para compreender o ambiente.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14400" y="5074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Linguagem Natural: Avanço da IA na compreensão e geração de linguagem humana.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14400" y="5760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Assistentes Virtuais: Siri, Alexa e Google Assistant respondem a comandos de voz.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FUNDAMENTOS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Fundamentos (Parte 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Sistemas de Recomendação: Netflix e Spotify utilizam IA para sugerir conteúdo baseado em hábitos.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331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Filtros de Spam: E-mails usam IA para identificar e bloquear mensagens indesejadas.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30175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Reconhecimento Facial: Presente em celulares e sistemas de segurança para identificar pessoas.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MODELOS E TIPOS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Modelos / Tipos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1645920"/>
            <a:ext cx="3352800" cy="457200"/>
          </a:xfrm>
          <a:prstGeom prst="rect">
            <a:avLst/>
          </a:prstGeom>
          <a:solidFill>
            <a:srgbClr val="1A1A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Aspecto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084320" y="1645920"/>
            <a:ext cx="3352800" cy="457200"/>
          </a:xfrm>
          <a:prstGeom prst="rect">
            <a:avLst/>
          </a:prstGeom>
          <a:solidFill>
            <a:srgbClr val="1A1A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IA Fraca (Narrow AI)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437120" y="1645920"/>
            <a:ext cx="3352800" cy="457200"/>
          </a:xfrm>
          <a:prstGeom prst="rect">
            <a:avLst/>
          </a:prstGeom>
          <a:solidFill>
            <a:srgbClr val="1A1A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IA Forte (General AI)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2194560"/>
            <a:ext cx="335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🎯 Capacidade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84320" y="2194560"/>
            <a:ext cx="335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Projetada para tarefas específicas.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437120" y="2194560"/>
            <a:ext cx="335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Possui inteligência em nível humano ou superior.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" y="2606040"/>
            <a:ext cx="335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🌐 Consciência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084320" y="2606040"/>
            <a:ext cx="335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Não possui consciência, emoções ou inteligência geral.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437120" y="2606040"/>
            <a:ext cx="335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Capaz de aprender, raciocinar e compreender tarefas complexas.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31520" y="3017520"/>
            <a:ext cx="335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🌍 Prevalência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084320" y="3017520"/>
            <a:ext cx="335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É a forma de IA mais comum e difundida atualmente.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437120" y="3017520"/>
            <a:ext cx="335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Conceito teórico, objetivo de pesquisa de longo prazo.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31520" y="3429000"/>
            <a:ext cx="335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💡 Exemplos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084320" y="3429000"/>
            <a:ext cx="335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Carros autônomos, assistentes de voz, mecanismos de recomendação.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437120" y="3429000"/>
            <a:ext cx="335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Não existem sistemas em funcionamento no mundo real.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MODELOS E TIPOS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Modelos / Tipos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IA abrange diversas abordagens e níveis de complexidade. É crucial entender as classificações para aplicar a IA de forma eficaz no ambiente de trabalho.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331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Machine Learning (Aprendizado de Máquina):.. Subcampo da IA que permite sistemas aprenderem com dados.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30175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Algoritmos identificam padrões e fazem previsões sem programação explícita.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7033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Base para muitas aplicações práticas de IA atuais.. Deep Learning (Aprendizado Profundo):.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43891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Subcampo do Machine Learning que utiliza redes neurais artificiais complexas.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14400" y="5074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Inspirado na estrutura do cérebro humano, com múltiplas camadas de processamento.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14400" y="5760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Eficaz para tarefas com grandes volumes de dados e padrões complexos (ex: reconhecimento de imagem, PLN).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EXEMPLO PRÁTICO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Aplicações reais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Inteligência Artificial tem um vasto potencial para aumentar a produtividade no trabalho, impulsionando profissionais de diversas áreas.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331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E-mails podem ser classificados e respondidos com base em seu conteúdo.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30175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Planilhas de dados podem ser analisadas e preenchidas automaticamente pela IA.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7033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Rotinas administrativas, como agendamento de reuniões, podem ser simplificadas.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43891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Ferramentas RPA (Robotic Process Automation) executam tarefas altamente repetitivas.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14400" y="5074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Isso libera tempo para que os colaboradores se concentrem em atividades estratégicas.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14400" y="5760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IA analisa grandes volumes de dados para identificar gargalos e ineficiências.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EXEMPLO PRÁTICO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Aplicações reais (Parte 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Oferece insights baseados em dados para apoiar decisões mais assertivas e rápidas.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331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Projeções de vendas e análises de mercado são aprimoradas com modelos preditivos.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30175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Sistemas de IA podem otimizar rotas de entrega ou alocação de recursos.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7033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Permite a criação de fluxos de trabalho eficientes e eficazes.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43891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Chatbots e assistentes virtuais fornecem suporte ao cliente 24/7 de forma eficiente.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14400" y="5074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IA cria ofertas e comunicações altamente personalizadas para clientes.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14400" y="5760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Aprimora a experiência do usuário, tornando interações mais rápidas e relevantes.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EXEMPLO PRÁTICO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Aplicações reais (Parte 3)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Análises de sentimentos monitoram a satisfação do cliente em tempo real.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331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Resulta em maior satisfação do cliente e fidelização.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30175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Ferramentas de IA auxiliam na criação de textos, resumos e roteiros.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7033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Traduz documentos e comunicações para múltiplos idiomas rapidamente.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43891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IA identifica tendências e informações relevantes em grandes massas de texto.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14400" y="5074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Automatiza a revisão gramatical e ortográfica em documentos e apresentações.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14400" y="5760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Gera relatórios e dashboards concisos com base em dados complexos.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EXEMPLO PRÁTICO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Aplicações reais (Parte 4)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IA otimiza o processo de recrutamento, filtrando currículos e identificando candidatos.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331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Análises preditivas ajudam a antecipar a rotatividade de funcionários e gerenciar equipes.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30175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Sistemas de IA personalizam trilhas de aprendizado e desenvolvimento profissional.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7033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Acompanhamento do engajamento dos colaboradores através da análise de dados internos.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43891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Automatiza a consolidação de feedbacks e a criação de planos de ação.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14400" y="5074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💭 Pare um momento e reflita: Quais tarefas no seu dia a dia profissional são repetitivas e poderiam ser automatizadas por uma ferramenta de IA?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APLICAÇÕES REAIS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Exemplo prático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Mesmo sem ter conhecimento em programação, profissionais de diversas áreas podem aproveitar os benefícios da IA.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331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Marketing: Personaliza campanhas, analisa tendências de consumo e otimiza conteúdo para SEO.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30175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Recursos Humanos: Ajuda na triagem de currículos, análise de desempenho e desenvolvimento de treinamentos.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7033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Finanças: Detecta fraudes, oferece análises preditivas de mercado e automatiza relatórios financeiros.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43891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Administração: Realiza automação de tarefas repetitivas, otimização da gestão de projetos e organização de dados.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14400" y="5074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Vendas: Gera leads qualificados, analisa comportamento do cliente e otimiza estratégias de vendas.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14400" y="5760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Empreendedores: Contribui para eficiência operacional, insights de mercado e personalização de ofertas.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APLICAÇÕES REAIS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Exemplo prático (Parte 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Estudantes: Apoia a pesquisa, organização de informações e automação de tarefas acadêmicas.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DESAFIOS E CUIDADOS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Desafios e cuidados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Para aproveitar a IA de forma estratégica, é essencial estar atento a como ela pode ser integrada ao seu trabalho.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331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Identifique Tarefas Repetitivas: Observe quais tarefas em seu dia a dia profissional poderiam ser automatizadas.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30175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Explore Ferramentas Existentes: Pesquise softwares e aplicações já disponíveis que utilizam IA e que podem ser úteis.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7033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Pense em Otimização: Considere como a IA poderia otimizar um processo atualmente demorado ou ineficiente.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43891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Mantenha-se Informado: Acompanhe as novidades e tendências da IA para identificar novas oportunidades de aplicação.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RESUMO DO MÓDULO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Resumo do Módulo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Neste módulo, exploramos os fundamentos da Inteligência Artificial, entendendo seus conceitos essenciais e diferentes tipos, com foco na IA Fraca como a mais presente.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KEY TAKEAWAYS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 Takeaways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Inteligência Artificial permite que máquinas simulem capacidades cognitivas humanas.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331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IA Fraca é especializada para tarefas específicas e é a mais comum atualmente.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30175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Machine Learning é um campo crucial da IA que permite sistemas aprenderem com dados.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7033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IA automatiza tarefas repetitivas, liberando tempo para atividades estratégicas e criativas.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43891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Ela otimiza processos, fornecendo insights para decisões mais inteligentes e baseadas em dados.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14400" y="5074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IA proporciona benefícios em diversas áreas, independentemente da expertise técnica do profissional.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Ferramentas de IA para Gerenciamento de Comunicação e Informação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1097280" y="320040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1. Compreender como a Inteligência Artificial otimiza a comunicação e a gestão da informação.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097280" y="374904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2. Desenvolver habilidades para aplicar ferramentas de IA em tarefas de e-mails, agendamentos e documentos.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097280" y="429768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3. Utilizar a IA para extrair informações relevantes e aprimorar a produtividade no trabalho.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CONTEÚDO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Ferramentas de IA para Gerenciamento de Comunicação e Informação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Ferramentas de IA para Gerenciamento de Comunicação e Informação.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FUNDAMENTOS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Fundamentos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comunicação e a gestão da informação são pilares essenciais para a produtividade. Com o volume crescente de dados, a Inteligência Artificial (IA) otimiza esses processos...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331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Este módulo apresentará soluções práticas para gerir e-mails, agendamentos, documentos e a extração de informações.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30175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As tecnologias de IA usam algoritmos e aprendizado de máquina para automatizar, organizar e analisar grandes volumes de dados.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COMO FUNCIONA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Como funciona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IA oferece soluções inovadoras para transformar a gestão de e-mails, tornando-a mais eficiente e menos estressante.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331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Organização aprimorada: Ferramentas de IA utilizam aprendizado de máquina para categorizar e-mails automaticamente.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30175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Triagem inteligente: Elas identificam e-mails importantes, spam e marketing, direcionando-os para pastas específicas. Isso reduz a necessidade de triagem manual.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7033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Respostas rápidas: Recursos de resposta inteligente sugerem frases ou respostas completas baseadas no contexto. Isso acelera a comunicação e padroniza interações.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43891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Priorização: A priorização inteligente destaca mensagens urgentes ou de remetentes-chave, garantindo que informações críticas sejam visualizadas primeiro.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14400" y="5074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Limpeza em massa: Identifica e arquiva e-mails antigos ou desnecessários. Isso contribui para um ambiente digital mais organizado.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14400" y="5760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IA simplifica o agendamento de reuniões, eliminando a frustração dos conflitos de horário.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COMO FUNCIONA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Como funciona (Parte 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Coordenação automática: Assistentes virtuais baseados em IA coordenam horários entre múltiplos participantes. Eles verificam a disponibilidade automaticamente nos calendários.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331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Fim da troca de e-mails: Essa funcionalidade elimina a troca interminável de e-mails para encontrar um horário comum.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30175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Convites e lembretes: A IA envia convites e lembretes automaticamente, reduzindo a taxa de não comparecimento.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7033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Sugestão de horários: A IA pode sugerir os melhores horários com base em padrões de trabalho e fusos horários. Isso é útil para equipes distribuídas.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43891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Reserva de recursos: Algumas ferramentas permitem a reserva de salas e equipamentos automaticamente, centralizando informações do evento.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14400" y="5074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IA aprimora a organização e o acesso a documentos, transformando a interação com informações.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14400" y="5760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Digitalização inteligente: Sistemas utilizam Reconhecimento Óptico de Caracteres (OCR) para tornar documentos digitalizados pesquisáveis e editáveis.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COMO FUNCIONA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Como funciona (Parte 3)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Categorização automática: Algoritmos classificam arquivos por tipo, conteúdo, data ou projeto, economizando tempo na recuperação de informações.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331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Indexação eficiente: Permite que documentos sejam facilmente localizados por palavras-chave, melhorando a relevância da busca.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30175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Otimização de armazenamento: A IA pode identificar documentos duplicados e sugerir consolidação, mantendo a organização e liberando espaço.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7033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Segurança reforçada: Sistemas podem sinalizar acessos anormais ou modificações não autorizadas, protegendo dados sensíveis e garantindo conformidade.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43891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IA se destaca na capacidade de extrair informações rapidamente de grandes volumes de texto, entregando resumos e insights em tempo recorde.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14400" y="5074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Análise de documentos: Ferramentas de Processamento de Linguagem Natural (PLN) analisam textos extensos e sintetizam os pontos principais. Isso gera resumos concisos.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14400" y="5760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Pesquisa acelerada: A IA identifica as palavras-chave mais relevantes, acelerando a pesquisa e a tomada de decisão.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COMO FUNCIONA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Como funciona (Parte 4)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Respostas diretas: Assistentes de IA, como ChatGPT ou Bard, podem responder a perguntas específicas sobre um documento sem a necessidade de leitura completa.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331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Análise de sentimentos: Avalia a tonalidade e emoção em feedbacks de clientes ou comunicações internas. Isso oferece insights valiosos.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30175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Extração de dados: A IA pode extrair dados estruturados de documentos não estruturados, como faturas, automatizando a entrada de dados e reduzindo erros.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APLICAÇÕES REAIS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Exemplo prático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Cenário: Maria, gerente de marketing, tem sua caixa de entrada sempre lotada e perde muito tempo agendando reuniões com fornecedores de diferentes fusos horários.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331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Maria configura seu cliente de e-mail com regras inteligentes de IA, que movem e-mails de newsletters para uma pasta específica e priorizam mensagens de clientes.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30175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Para agendamentos, ela usa um assistente de IA que se integra ao seu calendário e aos calendários dos fornecedores.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7033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Para analisar relatórios de campanha, ela utiliza uma ferramenta de IA que resume documentos longos, destacando métricas-chave e tendências de mercado.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43891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Resultado: Maria economiza horas diárias, reduzindo o estresse e dedicando mais tempo a iniciativas criativas e estratégicas.</a:t>
            </a:r>
            <a:endParaRPr lang="en-US" sz="15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DESAFIOS E CUIDADOS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Desafios e cuidados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Falta de adaptação: A resistência à mudança por parte dos colaboradores pode dificultar a implementação de novas ferramentas.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331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Qualidade dos dados: A IA depende de dados de entrada de qualidade; dados imprecisos ou incompletos podem gerar resultados insatisfatórios.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30175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Privacidade e segurança: Ferramentas de IA que processam comunicações e documentos exigem atenção rigorosa à privacidade dos dados e à segurança da informação.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7033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Curva de aprendizado: Embora visem simplificar, algumas ferramentas podem ter uma curva de aprendizado inicial que exige tempo e treinamento.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43891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Excesso de confiança: A dependência excessiva na IA pode levar à negligência da revisão humana, perdendo insights originais ou detectando erros.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14400" y="5074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💭 Pare um momento e reflita: Como a automação de tarefas repetitivas, como a triagem de e-mails, poderia impactar positivamente seu foco em atividades estratégicas no dia a dia?</a:t>
            </a:r>
            <a:endParaRPr lang="en-US" sz="15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RESUMO DO MÓDULO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Resumo do Módulo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Este módulo explorou como as ferramentas de Inteligência Artificial otimizam a gestão de comunicação e informação.</a:t>
            </a:r>
            <a:endParaRPr lang="en-US" sz="15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KEY TAKEAWAYS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 Takeaways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IA automatiza tarefas repetitivas em e-mails, liberando tempo para atividades estratégicas.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331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Ferramentas inteligentes de agendamento eliminam conflitos de horário e melhoram a coordenação.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30175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gestão de documentos com IA permite categorização automática, busca eficiente e maior segurança.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7033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extração de informações por IA acelera a análise de dados, oferecendo resumos e insights concisos.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43891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adoção dessas ferramentas de IA impulsiona a eficiência e produtividade individual e coletiva.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14400" y="5074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Integrar a IA em áreas chave transforma o dia a dia profissional, tornando-o mais organizado.</a:t>
            </a:r>
            <a:endParaRPr lang="en-US" sz="15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Automação de Tarefas de Escrita e Criação de Conteúdo com IA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1097280" y="320040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1. Aprender a utilizar ferramentas de Inteligência Artificial para agilizar o processo de criação de conteúdo.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097280" y="374904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2. Desenvolver a habilidade de gerar textos de alta qualidade, como e-mails, relatórios e posts para redes sociais.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097280" y="429768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3. Aplicar a IA para otimizar a redação, garantindo maior qualidade textual e produtividade.</a:t>
            </a:r>
            <a:endParaRPr lang="en-US" sz="14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CONTEÚDO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Automação de Tarefas de Escrita e Criação de Conteúdo com IA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Automação de Tarefas de Escrita e Criação de Conteúdo com IA.</a:t>
            </a:r>
            <a:endParaRPr lang="en-US" sz="15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FUNDAMENTOS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Fundamentos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Inteligência Artificial (IA), por meio de modelos de linguagem avançados (LLMs), transformou a interação com textos.</a:t>
            </a:r>
            <a:endParaRPr lang="en-US" sz="15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COMO FUNCIONA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Como funciona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IA na escrita e criação de conteúdo opera por meio de algoritmos complexos. Eles processam prompts (instruções) fornecidos pelo usuário.</a:t>
            </a:r>
            <a:endParaRPr lang="en-US" sz="15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MODELOS E TIPOS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Modelos / Tipos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1645920"/>
            <a:ext cx="2011680" cy="457200"/>
          </a:xfrm>
          <a:prstGeom prst="rect">
            <a:avLst/>
          </a:prstGeom>
          <a:solidFill>
            <a:srgbClr val="1A1A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Critério 🚀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2743200" y="1645920"/>
            <a:ext cx="2011680" cy="457200"/>
          </a:xfrm>
          <a:prstGeom prst="rect">
            <a:avLst/>
          </a:prstGeom>
          <a:solidFill>
            <a:srgbClr val="1A1A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Geradores de Texto Puros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754880" y="1645920"/>
            <a:ext cx="2011680" cy="457200"/>
          </a:xfrm>
          <a:prstGeom prst="rect">
            <a:avLst/>
          </a:prstGeom>
          <a:solidFill>
            <a:srgbClr val="1A1A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Ferramentas de Marketing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766560" y="1645920"/>
            <a:ext cx="2011680" cy="457200"/>
          </a:xfrm>
          <a:prstGeom prst="rect">
            <a:avLst/>
          </a:prstGeom>
          <a:solidFill>
            <a:srgbClr val="1A1A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Assistentes de Escrita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778240" y="1645920"/>
            <a:ext cx="2011680" cy="457200"/>
          </a:xfrm>
          <a:prstGeom prst="rect">
            <a:avLst/>
          </a:prstGeom>
          <a:solidFill>
            <a:srgbClr val="1A1A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Transcrição/Sumarização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" y="219456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Função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743200" y="219456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Cria conteúdo a partir de prompts.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754880" y="219456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Modelos específicos para marketing.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766560" y="219456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Aprimora textos existentes.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778240" y="219456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Converte áudio, resume documentos.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260604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Exemplos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743200" y="260604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ChatGPT, Google Gemini, Claude.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754880" y="260604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Jasper, Copy.ai.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766560" y="260604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Grammarly, QuillBot.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778240" y="260604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Otter.ai, Fireflies.ai.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31520" y="301752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Uso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743200" y="301752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Conteúdos variados, como artigos e scripts.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754880" y="301752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Posts de blog, anúncios, descrições de produtos.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766560" y="301752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Correção gramatical, estilo, clareza.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778240" y="301752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Atas de reunião, longos documentos.</a:t>
            </a:r>
            <a:endParaRPr lang="en-US" sz="1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MODELOS E TIPOS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Modelos / Tipos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Existem diversas ferramentas de IA para geração de conteúdo, cada uma com suas características. A escolha ideal depende da necessidade específica do usuário.</a:t>
            </a:r>
            <a:endParaRPr lang="en-US" sz="15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EXEMPLO PRÁTICO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Aplicações reais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IA otimiza diversas tarefas de escrita no dia a dia profissional, acelerando processos e melhorando a qualidade.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331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E-mails e Comunicações Internas: A criação de e-mails comerciais ou de comunicados internos é otimizada. A IA garante tom e clareza adequados para cada mensagem.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30175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Relatórios e Documentação: Auxilia na estruturação de relatórios e na sumarização de documentos extensos. Garante objetividade e economia de tempo.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7033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Descrições de Produtos e Serviços: Gera textos persuasivos e otimizados para e-commerce. Inclui palavras-chave SEO para maior visibilidade.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43891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Posts para Redes Sociais: Cria conteúdo para diversas plataformas, adaptando a linguagem e sugerindo hashtags relevantes.</a:t>
            </a:r>
            <a:endParaRPr lang="en-US" sz="15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APLICAÇÕES REAIS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Exemplo prático: E-mail de Prospecção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Imagine precisar enviar um e-mail a um novo contato.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331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Prompt para IA: "Crie um e-mail formal para agendar uma reunião de apresentação de projeto com o cliente 'SolarTech'. Sugira três datas e horários na próxima semana.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30175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Resultado esperado: A IA geraria um e-mail com estrutura profissional. Conteria as datas sugeridas e uma agenda clara para a reunião.</a:t>
            </a:r>
            <a:endParaRPr lang="en-US" sz="15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APLICAÇÕES REAIS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Exemplo prático: Sumarização de Conteúdo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Para condensar um material extenso rapidamente:.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331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Prompt para IA: "Sumarize o seguinte texto sobre as tendências de marketing digital de 2024 em três parágrafos, focando nos principais pontos para pequenas empresas.".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30175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Resultado esperado: A IA produziria um resumo conciso. Ele destacaria as tendências mais relevantes para o público-alvo especificado.</a:t>
            </a:r>
            <a:endParaRPr lang="en-US" sz="15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APLICAÇÕES REAIS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Exemplo prático: Descrição de Produto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Para impulsionar vendas online:.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331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Prompt para IA: "Escreva uma descrição de produto para um smartwatch à prova d'água. Destaque sua durabilidade, funções fitness e conectividade com smartphone.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30175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Resultado esperado: A IA criaria uma descrição atraente. Ela enfatizaria os benefícios e características essenciais do produto.</a:t>
            </a:r>
            <a:endParaRPr lang="en-US" sz="15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APLICAÇÕES REAIS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Exemplo prático: Post para Redes Sociais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Para engajar a audiência no LinkedIn:.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331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Prompt para IA: "Crie três ideias de posts para o LinkedIn sobre o tema 'Importância da Inteligência Emocional no Ambiente Corporativo'. Inclua emojis e hashtags relevantes.".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30175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Resultado esperado: A IA apresentaria posts distintos, direcionados ao público do LinkedIn. Conteriam emojis e hashtags estratégicas.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7033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💭 Pare um momento e reflita: Como a automação da escrita com IA pode impactar sua rotina profissional mais desafiadora, gerando ganhos de tempo e qualidade?</a:t>
            </a:r>
            <a:endParaRPr lang="en-US" sz="15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DESAFIOS E CUIDADOS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Desafios e cuidados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Para maximizar os resultados e evitar problemas, algumas práticas são essenciais ao usar a IA.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331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Qualidade do Prompt: Prompts vagos geram respostas genéricas. Seja sempre específico e claro nas instruções.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30175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Contexto Insuficiente: A IA precisa de contexto completo para produzir conteúdo relevante. Forneça informações de fundo e histórico.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7033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Tom e Estilo Inadequados: Sem a indicação do tom e estilo desejados, o texto pode não se alinhar à sua marca. Defina-os claramente.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43891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Alucinações da IA: A ferramenta pode gerar informações incorretas ou fictícias. Revise sempre o conteúdo gerado.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14400" y="5074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Falta de Personalização: O texto da IA pode parecer genérico. Edite e personalize para se adequar à sua voz.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14400" y="5760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Substituição Total: A IA é um assistente, não um substituto. Use-a para potencializar, não para substituir a criatividade humana.</a:t>
            </a:r>
            <a:endParaRPr lang="en-US" sz="15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DESAFIOS E CUIDADOS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Desafios e cuidados (Parte 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Originalidade: Sempre verifique a originalidade do conteúdo, especialmente para evitar plágio.</a:t>
            </a:r>
            <a:endParaRPr lang="en-US" sz="15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RESUMO DO MÓDULO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Resumo do Módulo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Neste módulo, exploramos como a Inteligência Artificial revoluciona a criação de conteúdo e automação de tarefas de escrita.</a:t>
            </a:r>
            <a:endParaRPr lang="en-US" sz="15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KEY TAKEAWAYS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 Takeaways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IA automatiza tarefas de escrita, aumentando a velocidade e qualidade do conteúdo.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331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Ferramentas como ChatGPT e Grammarly auxiliam na redação de e-mails, relatórios e descrições.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30175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clareza e especificação dos prompts são cruciais para resultados eficazes da IA.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7033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É fundamental revisar e personalizar o conteúdo gerado pela IA para garantir precisão e adequação.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43891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IA atua como um assistente poderoso, potencializando a produtividade sem substituir a análise humana.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14400" y="5074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experimentação com diferentes ferramentas e prompts otimiza o uso da IA na escrita.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14400" y="5760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automação do conteúdo criativo contribui para uma comunicação consistente e de alta qualidade.</a:t>
            </a:r>
            <a:endParaRPr lang="en-US" sz="15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KEY TAKEAWAYS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 Takeaways (Parte 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Integrar a IA no fluxo de trabalho diário pode transformar a gestão de textos e documentos.</a:t>
            </a:r>
            <a:endParaRPr lang="en-US" sz="15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IA para Análise de Dados e Tomada de Decisão Otimizada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1097280" y="320040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1. Compreender o papel da Inteligência Artificial na análise e interpretação de grandes volumes de dados.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097280" y="374904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2. Habilitar a utilização de ferramentas de IA para otimizar a tomada de decisões em contextos profissionais.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097280" y="429768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3. Aplicar insights gerados por IA para desenvolver estratégias mais eficazes e fundamentadas.</a:t>
            </a:r>
            <a:endParaRPr lang="en-US" sz="14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CONTEÚDO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IA para Análise de Dados e Tomada de Decisão Otimizada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IA para Análise de Dados e Tomada de Decisão Otimizada.</a:t>
            </a:r>
            <a:endParaRPr lang="en-US" sz="15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FUNDAMENTOS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Fundamentos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análise de dados é vital para a operação e crescimento de negócios modernos. O volume e a velocidade dos dados atuais superam a capacidade de processamento humano.</a:t>
            </a:r>
            <a:endParaRPr lang="en-US" sz="15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COMO FUNCIONA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Automação e Pré-processamento de Dados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Ferramentas de IA automatizam a coleta de dados de diversas fontes.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331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 pré-processamento inclui limpeza, padronização e estruturação dos dados.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30175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Essa automação reduz significativamente o tempo e o erro humano nas tarefas.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7033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qualidade dos dados é fundamental para a precisão das análises de IA.</a:t>
            </a:r>
            <a:endParaRPr lang="en-US" sz="15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COMO FUNCIONA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Identificação de Padrões e Tendências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Algoritmos de IA, como aprendizado de máquina, identificam padrões complexos em grandes conjuntos de dados.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331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Esses padrões são, muitas vezes, imperceptíveis pela análise humana tradicional.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30175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IA automatiza a identificação de tendências, como picos de vendas ou mudanças no comportamento do cliente.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7033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Isso permite que empresas respondam proativamente às mudanças de mercado.</a:t>
            </a:r>
            <a:endParaRPr lang="en-US" sz="15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COMO FUNCIONA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Análise Preditiva e Prescritiva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IA prevê resultados futuros com base em dados históricos, como demanda de produtos.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331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análise preditiva antecipa cenários, permitindo que as empresas se preparem.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30175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análise prescritiva recomenda as melhores ações para alcançar um objetivo específico.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7033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Por exemplo, a IA pode sugerir otimização de rotas ou personalização de ofertas.</a:t>
            </a:r>
            <a:endParaRPr lang="en-US" sz="15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MODELOS E TIPOS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Modelos / Tipos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1645920"/>
            <a:ext cx="3352800" cy="457200"/>
          </a:xfrm>
          <a:prstGeom prst="rect">
            <a:avLst/>
          </a:prstGeom>
          <a:solidFill>
            <a:srgbClr val="1A1A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Aspecto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084320" y="1645920"/>
            <a:ext cx="3352800" cy="457200"/>
          </a:xfrm>
          <a:prstGeom prst="rect">
            <a:avLst/>
          </a:prstGeom>
          <a:solidFill>
            <a:srgbClr val="1A1A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Análise Preditiva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437120" y="1645920"/>
            <a:ext cx="3352800" cy="457200"/>
          </a:xfrm>
          <a:prstGeom prst="rect">
            <a:avLst/>
          </a:prstGeom>
          <a:solidFill>
            <a:srgbClr val="1A1A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Análise Prescritiva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2194560"/>
            <a:ext cx="335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🎯 Objetivo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84320" y="2194560"/>
            <a:ext cx="335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Prever eventos futuros.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437120" y="2194560"/>
            <a:ext cx="335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Recomendar ações para resultados ideais.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" y="2606040"/>
            <a:ext cx="335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💡 Saída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084320" y="2606040"/>
            <a:ext cx="335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Probabilidades, previsões, classificações.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437120" y="2606040"/>
            <a:ext cx="335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Sugestões de estratégias, otimizações.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31520" y="3017520"/>
            <a:ext cx="335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🚀 Capacidade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084320" y="3017520"/>
            <a:ext cx="335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Antecipa o que deve acontecer.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437120" y="3017520"/>
            <a:ext cx="335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Sugere o que fazer acontecer.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31520" y="3429000"/>
            <a:ext cx="335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📊 Exemplo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084320" y="3429000"/>
            <a:ext cx="335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Prever churn de clientes.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437120" y="3429000"/>
            <a:ext cx="335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Otimizar campanhas de marketing.</a:t>
            </a:r>
            <a:endParaRPr lang="en-US" sz="12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MODELOS E TIPOS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Modelos / Tipos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IA opera de diferentes formas para análise de dados e otimização de decisões.</a:t>
            </a:r>
            <a:endParaRPr lang="en-US" sz="15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APLICAÇÕES REAIS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Exemplo prático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Um exemplo prático é a previsão de demanda em gestão de estoque. A IA analisa dados históricos de vendas, sazonalidade, promoções e até mesmo notícias econômicas.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331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💭 Pare um momento e reflita: Como a identificação de um padrão oculto em dados de comportamento do cliente poderia mudar radicalmente a forma como sua empresa se comunica com ele?</a:t>
            </a:r>
            <a:endParaRPr lang="en-US" sz="15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EXEMPLO PRÁTICO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Aplicações reais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IA impacta a tomada de decisão em diversos setores:.</a:t>
            </a:r>
            <a:endParaRPr lang="en-US" sz="15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EXEMPLO PRÁTICO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Vendas e Marketing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Identificação de Clientes Potenciais: A IA analisa dados para encontrar leads com maior probabilidade de conversão.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331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Personalização de Ofertas: Recomenda produtos com base no histórico e preferências do cliente.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30175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Previsão de Vendas: Modelos de IA preveem a demanda futura, auxiliando na definição de metas.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7033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Otimização de Campanhas: A IA ajusta lances de anúncios em tempo real para maximizar o desempenho.</a:t>
            </a:r>
            <a:endParaRPr lang="en-US" sz="15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EXEMPLO PRÁTICO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Operações e Logística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Gestão de Estoque: A IA otimiza níveis de estoque, prevendo demanda para evitar excessos ou faltas.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331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Otimização de Rotas: Algoritmos de IA calculam rotas mais eficientes, reduzindo custos.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30175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Manutenção Preditiva: A IA prevê falhas em equipamentos antes que ocorram, minimizando tempo de inatividade.</a:t>
            </a:r>
            <a:endParaRPr lang="en-US" sz="15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EXEMPLO PRÁTICO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Recursos Humanos (RH)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Recrutamento Inteligente: A IA analisa currículos para identificar candidatos imparcialmente.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331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Análise de Desempenho: Ferramentas de IA fornecem insights sobre o desempenho e necessidades de treinamento.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30175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Previsão de Turnover: A IA ajuda a identificar funcionários em risco de sair, permitindo ações de retenção.</a:t>
            </a:r>
            <a:endParaRPr lang="en-US" sz="15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EXEMPLO PRÁTICO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Finanças e Contabilidade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Detecção de Fraudes: A IA identifica padrões anormais em transações financeiras.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331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Análise de Risco: Avalia o risco de crédito de clientes ou projetos com base em dados financeiros.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30175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Previsão Financeira: Prevê tendências de mercado e desempenho de investimentos.</a:t>
            </a:r>
            <a:endParaRPr lang="en-US" sz="15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DESAFIOS E CUIDADOS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Desafios e cuidados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Qualidade dos Dados: A IA é tão boa quanto os dados que a alimentam; dados ruins geram insights imprecisos.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331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Viés Algorítmico: Algoritmos podem perpetuar ou ampliar vieses existentes nos dados históricos.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30175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Complexidade e Transparência: Alguns modelos de IA são "caixas-pretas," dificultando a compreensão de suas decisões.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7033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Segurança e Privacidade: A manipulação de grandes volumes de dados sensíveis exige rigorosas medidas de segurança.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43891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Dependência Excessiva: A confiança cega na IA pode reduzir a capacidade humana de análise crítica.</a:t>
            </a:r>
            <a:endParaRPr lang="en-US" sz="15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RESUMO DO MÓDULO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Resumo do Módulo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Neste módulo, exploramos como a Inteligência Artificial é crucial para analisar rapidamente grandes volumes de dados complexos.</a:t>
            </a:r>
            <a:endParaRPr lang="en-US" sz="15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KEY TAKEAWAYS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 Takeaways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IA automatiza a coleta, limpeza e pré-processamento de dados para análise eficiente.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331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Algoritmos de IA identificam padrões e tendências complexas, invisíveis à análise humana.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30175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As análises preditivas e prescritivas da IA antecipam cenários e sugerem as melhores ações.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7033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Ferramentas de BI, análise de texto e automação de marketing incorporam IA para usuários não técnicos.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43891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IA otimiza a tomada de decisão em vendas, operações, RH e finanças, promovendo maior produtividade.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14400" y="5074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Interpretar insights gerados por IA é uma habilidade fundamental no ambiente de trabalho moderno.</a:t>
            </a:r>
            <a:endParaRPr lang="en-US" sz="15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Ferramentas de IA para Gestão de Projetos e Organização Pessoal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1097280" y="320040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1. Compreender o papel da IA na otimização de rotinas de trabalho e pessoais.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097280" y="374904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2. Conhecer ferramentas e estratégias de IA para planejamento e execução de projetos.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097280" y="429768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3. Aplicar soluções de IA para melhorar a eficiência e produtividade na gestão e organização.</a:t>
            </a:r>
            <a:endParaRPr lang="en-US" sz="14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CONTEÚDO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Ferramentas de IA para Gestão de Projetos e Organização Pessoal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Ferramentas de IA para Gestão de Projetos e Organização Pessoal.</a:t>
            </a:r>
            <a:endParaRPr lang="en-US" sz="15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FUNDAMENTOS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Fundamentos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Inteligência Artificial (IA) é uma aliada poderosa para otimizar rotinas de trabalho e pessoais. Ela transforma a maneira como planejamos, executamos e acompanhamos projetos.</a:t>
            </a:r>
            <a:endParaRPr lang="en-US" sz="15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COMO FUNCIONA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Como funciona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IA revoluciona o planejamento de projetos com capacidades analíticas e preditivas. Ela permite uma visão clara e tomadas de decisão mais embasadas desde o início.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331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Previsão e Análise de Riscos:.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30175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IA analisa dados históricos para prever atrasos e obstáculos.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7033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Ela permite antecipar problemas e desenvolver planos de contingência.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43891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Algoritmos de IA monitoram o progresso e alertam sobre desvios.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14400" y="5074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Geram relatórios detalhados sobre a probabilidade de riscos específicos.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14400" y="5760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Definição de Escopo e Metas:.</a:t>
            </a:r>
            <a:endParaRPr lang="en-US" sz="15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COMO FUNCIONA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Como funciona (Parte 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Ferramentas de IA avaliam a viabilidade do projeto com base em recursos.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331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Elas auxiliam na definição de metas realistas e mensuráveis.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30175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IA pode sugerir ajustes no escopo para otimizar resultados.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7033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Isso garante que o projeto permaneça focado e dentro das expectativas.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43891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Geração Automática de Cronogramas:.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14400" y="5074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Softwares com IA criam cronogramas de projeto de forma dinâmica.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14400" y="5760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Consideram dependências de tarefas, disponibilidade de recursos e prazos.</a:t>
            </a:r>
            <a:endParaRPr lang="en-US" sz="15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COMO FUNCIONA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Como funciona (Parte 3)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IA ajusta o cronograma em resposta a mudanças inesperadas.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331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Garante que o planejamento seja flexível e adaptável a novas condições.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30175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IA transforma o gerenciamento de tarefas, tornando-o mais inteligente e automatizado.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7033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Priorização Inteligente de Tarefas:.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43891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IA aprende padrões de trabalho e prioriza tarefas por urgência e importância.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14400" y="5074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Considera prazos, complexidade e impacto nos objetivos do projeto.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14400" y="5760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As ferramentas sugerem a ordem ideal para realizar as tarefas mais críticas.</a:t>
            </a:r>
            <a:endParaRPr lang="en-US" sz="15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COMO FUNCIONA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Como funciona (Parte 4)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Isso otimiza o fluxo de trabalho para atividades de maior valor.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331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Automação de Tarefas Repetitivas:.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30175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Ferramentas de IA automatizam tarefas rotineiras e repetitivas.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7033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Incluem agendamento de reuniões, envio de lembretes e organização de e-mails.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43891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automação libera tempo para atividades que exigem criatividade.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14400" y="5074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Isso eleva a produtividade geral e otimiza a alocação de recursos.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14400" y="5760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Acompanhamento e Relatórios:.</a:t>
            </a:r>
            <a:endParaRPr lang="en-US" sz="15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COMO FUNCIONA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Como funciona (Parte 5)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Ferramentas de IA monitoram o progresso das tarefas em tempo real.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331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Fornecem relatórios e análises detalhadas de desempenho.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30175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IA identifica gargalos e tarefas atrasadas preventivamente.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7033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Permite intervenção rápida para manter o projeto no caminho certo.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43891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IA oferece precisão na alocação de recursos, crucial para o sucesso de projetos.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14400" y="5074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Otimização da Alocação de Equipes:.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14400" y="5760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IA analisa habilidades, disponibilidade e carga de trabalho da equipe.</a:t>
            </a:r>
            <a:endParaRPr lang="en-US" sz="15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COMO FUNCIONA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Como funciona (Parte 6)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Sugere as melhores atribuições para maximizar eficiência.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331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Garante que cada membro trabalhe em atividades alinhadas às suas competências.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30175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Aumenta a probabilidade de sucesso e a satisfação da equipe.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7033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Gerenciamento de Orçamento:.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43891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Ferramentas de IA monitoram os gastos do projeto em tempo real.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14400" y="5074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Preveem desvios orçamentários e sugerem ajustes para manter os custos.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14400" y="5760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análise de dados históricos ajuda a IA a otimizar o orçamento.</a:t>
            </a:r>
            <a:endParaRPr lang="en-US" sz="15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COMO FUNCIONA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Como funciona (Parte 7)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Assegura que o projeto permaneça financeiramente viável.. Otimização de Ativos e Equipamentos:.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331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IA gerencia o uso de equipamentos e ativos físicos do projeto.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30175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Otimiza a programação de manutenção e uso para evitar inatividade.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7033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Garante que recursos materiais sejam utilizados de forma eficiente.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43891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Minimiza custos e maximiza o valor dos ativos disponíveis.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14400" y="5074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IA vai além dos projetos, revolucionando a organização pessoal.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14400" y="5760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Assistência Virtual e Agendamento:.</a:t>
            </a:r>
            <a:endParaRPr lang="en-US" sz="15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COMO FUNCIONA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Como funciona (Parte 8)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Assistentes virtuais (Google Assistant, Siri, Alexa) usam IA para gerenciar sua agenda.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331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Podem agendar reuniões, definir lembretes e redigir e-mails.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30175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Isso libera tempo para você focar em tarefas mais estratégicas.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7033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IA se torna uma secretária pessoal, sempre disponível e eficiente.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43891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Gerenciamento de E-mails e Documentos:.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14400" y="5074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Ferramentas de IA classificam e-mails, identificam prioridades e filtram spam.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14400" y="5760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Ajudam a organizar documentos automaticamente, sugerindo pastas.</a:t>
            </a:r>
            <a:endParaRPr lang="en-US" sz="15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COMO FUNCIONA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Como funciona (Parte 9)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Reduz a desordem digital e facilita a localização de informações.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331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organização automatizada de documentos poupa tempo e melhora o fluxo de trabalho.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30175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Análise de Hábitos e Produtividade:.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7033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Ferramentas de IA analisam padrões de trabalho e sugerem melhorias.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43891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Identificam os horários de maior produtividade para tarefas específicas.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14400" y="5074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Permite otimizar o dia de trabalho e maximizar a eficiência pessoal.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14400" y="5760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IA oferece insights valiosos para melhorar hábitos e fluxos de trabalho.</a:t>
            </a:r>
            <a:endParaRPr lang="en-US" sz="15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COMO FUNCIONA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Como funciona (Parte 10)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💭 Pare um momento e reflita: De que forma as ferramentas de IA podem impactar diretamente a sua rotina de trabalho atual, resolvendo um desafio específico de organização ou...</a:t>
            </a:r>
            <a:endParaRPr lang="en-US" sz="15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EXEMPLO PRÁTICO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Aplicações reais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As ferramentas de IA já são uma realidade prática, incorporadas em softwares widely used.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331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Gerenciamento de Projetos e Tarefas:.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30175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Asana e Trello (com integrações de IA): Automatizam lembretes e sugerem prioridades.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7033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Monday.com: Otimiza fluxos de trabalho e realiza análises preditivas via IA.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43891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Jira (com plugins de IA): Ajuda a prever prazos e alocar recursos de forma eficiente.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14400" y="5074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Assistentes Pessoais Inteligentes:.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14400" y="5760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Calendly: Otimiza o agendamento de reuniões, evitando conflitos de horários.</a:t>
            </a:r>
            <a:endParaRPr lang="en-US" sz="15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EXEMPLO PRÁTICO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Aplicações reais (Parte 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Google Agenda: Integra-se a assistentes de IA para sugestões inteligentes.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331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Sunsama: Aplica IA para planejar o dia com base em prioridades e capacidade individual.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30175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Organização de Documentos e E-mails:.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7033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Google Workspace (Gmail, Drive): Utiliza IA para filtragem inteligente e organização de arquivos.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43891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Evernote (com recursos de IA): Ajuda a organizar notas e documentos com inteligência.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14400" y="5074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Front: Unifica caixas de entrada e aplica IA para roteamento inteligente de mensagens.</a:t>
            </a:r>
            <a:endParaRPr lang="en-US" sz="15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DESAFIOS E CUIDADOS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Desafios e cuidados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Ao integrar a IA na gestão de projetos e organização pessoal, é crucial estar ciente de alguns desafios e precauções:.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331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Segurança de Dados:.. A IA lida com dados sensíveis de projetos e pessoais.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30175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Avalie as políticas de privacidade e segurança das ferramentas.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7033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Evite compartilhar informações críticas com plataformas não confiáveis.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43891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Dependência Tecnológica:.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14400" y="5074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 excesso de confiança na IA pode diminuir a capacidade humana de tomada de decisão.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14400" y="5760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Mantenha um equilíbrio entre a automação e a intervenção humana.</a:t>
            </a:r>
            <a:endParaRPr lang="en-US" sz="15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DESAFIOS E CUIDADOS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Desafios e cuidados (Parte 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Desenvolva habilidades críticas mesmo com o uso de ferramentas inteligentes.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331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Viés Algorítmico:.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30175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Ferramentas de IA podem herdar vieses dos dados em que foram treinadas.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7033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Isso pode levar a decisões não éticas ou injustas, especialmente em alocação de recursos.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43891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Monitore e ajuste os resultados da IA para garantir equidade e imparcialidade.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14400" y="5074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Custo e Complexidade:.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14400" y="5760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Algumas soluções de IA podem ser caras ou complexas de implementar.</a:t>
            </a:r>
            <a:endParaRPr lang="en-US" sz="15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DESAFIOS E CUIDADOS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Desafios e cuidados (Parte 3)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Avalie o retorno sobre o investimento e a curva de aprendizado da equipe.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331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Comece com ferramentas mais simples e escaláveis conforme a necessidade.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30175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Interoperabilidade:.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7033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integração entre diferentes ferramentas de IA pode ser um desafio técnico.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43891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Verifique a compatibilidade e a facilidade de fluxo de dados entre plataformas.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14400" y="5074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Evite silos de informação que comprometam a eficiência geral.</a:t>
            </a:r>
            <a:endParaRPr lang="en-US" sz="15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RESUMO DO MÓDULO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Resumo do Módulo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Este módulo explorou como a IA pode ser uma força transformadora na gestão de projetos e organização pessoal.</a:t>
            </a:r>
            <a:endParaRPr lang="en-US" sz="15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KEY TAKEAWAYS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 Takeaways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IA aprimora o planejamento de projetos com previsão de riscos e cronogramas automatizados.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331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 gerenciamento de tarefas se torna inteligente com a IA, priorizando e automatizando rotinas.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30175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alocação de recursos é otimizada pela IA, garantindo o melhor uso de talentos e orçamento.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7033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organização pessoal é estratégica com a IA, atuando como assistente e otimizando hábitos.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43891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Diversas ferramentas de gestão incorporam IA, tornando a elevação da produtividade uma realidade.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14400" y="5074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É essencial considerar a segurança de dados e evitar a dependência excessiva da tecnologia.</a:t>
            </a:r>
            <a:endParaRPr lang="en-US" sz="15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Ética e Segurança no Uso de IA no Trabalho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1097280" y="320040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1. Compreender os princípios éticos e de segurança essenciais no uso da Inteligência Artificial.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097280" y="374904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2. Identificar riscos como privacidade de dados, viés algorítmico e vulnerabilidades cibernéticas da IA.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097280" y="429768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3. Aplicar estratégias para promover um uso responsável, justo e seguro da IA no ambiente profissional.</a:t>
            </a:r>
            <a:endParaRPr lang="en-US" sz="1400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CONTEÚDO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Ética e Segurança no Uso de IA no Trabalho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Ética e Segurança no Uso de IA no Trabalho.</a:t>
            </a:r>
            <a:endParaRPr lang="en-US" sz="15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FUNDAMENTOS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Fundamentos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rápida evolução da IA exige uma compreensão profunda de suas implicações éticas e de segurança.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331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avaliação do impacto social das ferramentas de IA é fundamental.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30175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transparência sobre o funcionamento da IA deve ser priorizada.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7033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responsabilidade pelas decisões da IA precisa ser clara e definida.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43891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IA não deve violar a dignidade humana e os direitos individuais.</a:t>
            </a:r>
            <a:endParaRPr lang="en-US" sz="15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DESAFIOS E CUIDADOS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Desafios e cuidados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privacidade de dados é uma preocupação central na IA, que frequentemente requer grandes volumes de informações.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331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 consentimento explícito para coleta de dados pessoais é indispensável.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30175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finalidade da coleta de dados deve ser clara e específica.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7033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minimização de dados é uma prática recomendada, coletando apenas o essencial.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43891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anonimização ou pseudonimização de dados reduz riscos de identificação.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14400" y="5074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As ferramentas de IA precisam estar em conformidade com leis como a LGPD.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14400" y="5760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Os dados da IA devem ser armazenados em ambientes seguros.. A criptografia protege dados em trânsito e em repouso.</a:t>
            </a:r>
            <a:endParaRPr lang="en-US" sz="15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DESAFIOS E CUIDADOS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Desafios e cuidados (Parte 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Controles de acesso rigorosos limitam quem pode visualizar os dados.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331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Auditorias regulares de segurança identificam e corrigem vulnerabilidades.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30175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 descarte seguro de dados obsoletos é uma prática essencial.</a:t>
            </a:r>
            <a:endParaRPr lang="en-US" sz="150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DESAFIOS E CUIDADOS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Desafios e cuidados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implementação de sistemas de IA pode introduzir vulnerabilidades cibernéticas significativas. Proteger a IA é tão crítico quanto proteger qualquer outro ativo digital.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331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Modelos de IA podem ser envenenados por dados maliciosos durante o treinamento.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30175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Ataques adversariais podem manipular entradas para enganar a IA.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7033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engenharia reversa pode extrair informações sensíveis do modelo.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43891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integridade dos modelos de IA deve ser constantemente verificada.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14400" y="5074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Os dados de treinamento precisam de proteção contra acesso não autorizado.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14400" y="5760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Implementar autenticação multifator para acesso aos sistemas de IA.</a:t>
            </a:r>
            <a:endParaRPr lang="en-US" sz="15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DESAFIOS E CUIDADOS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Desafios e cuidados (Parte 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Monitorar continuamente os sistemas para detectar anomalias.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331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Atualizar regularmente softwares e modelos para corrigir falhas de segurança.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30175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Realizar testes de penetração em sistemas de IA para identificar fraquezas.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7033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Treinar a equipe sobre práticas de segurança cibernética é essencial.</a:t>
            </a:r>
            <a:endParaRPr lang="en-US" sz="150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FUNDAMENTOS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Fundamentos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 viés algorítmico é um dos maiores desafios éticos da IA, onde preconceitos sociais podem ser perpetuados.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331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Dados de treinamento podem conter preconceitos históricos ou sociais.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30175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representação desigual em conjuntos de dados leva a decisões injustas.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7033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Decisões humanas anteriores nos dados podem ser inerentemente enviesadas.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43891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escolha de características (features) para treinamento pode introduzir viés.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14400" y="5074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 viés pode surgir no projeto ou na interpretação dos resultados.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14400" y="5760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Utilizar conjuntos de dados diversos e representativos.</a:t>
            </a:r>
            <a:endParaRPr lang="en-US" sz="150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FUNDAMENTOS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Fundamentos (Parte 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Realizar auditorias regulares nos algoritmos para identificar e corrigir vieses.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331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Desenvolver modelos de IA mais transparentes e explicáveis (XAI).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30175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Garantir a inclusão de diferentes perspectivas na equipe de desenvolvimento da IA.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7033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Implementar métricas de equidade para avaliar o desempenho em diferentes grupos.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43891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Testar exaustivamente o algoritmo em vários cenários antes da implantação.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14400" y="5074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Acompanhar o desempenho pós-implantação, ajustando conforme necessário.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14400" y="5760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💭 Pare um momento e reflita: Como as decisões de um modelo de IA enviesado poderiam afetar a produtividade ou a cultura da sua própria equipe ou organização?</a:t>
            </a:r>
            <a:endParaRPr lang="en-US" sz="150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COMO FUNCIONA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Como funciona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Para o uso ético e seguro da IA, a transparência e a explicabilidade são fundamentais. A incapacidade de entender as decisões da IA ("caixas pretas") representa um risco...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331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É crucial entender o "porquê" das decisões da IA.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30175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explicabilidade auxilia na identificação e correção de erros ou vieses.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7033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transparência aumenta a confiança dos usuários nos sistemas de IA.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43891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As políticas internas sobre o uso de IA devem ser claras e acessíveis.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14400" y="5074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Os usuários precisam ser informados ao interagir com um sistema de IA.</a:t>
            </a:r>
            <a:endParaRPr lang="en-US" sz="150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APLICAÇÕES REAIS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Exemplo prático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Um sistema de IA para triagem de currículos pode ser um exemplo de explicabilidade. Se treinado com dados passados que favoreceram um perfil demográfico, ele pode rejeitar...</a:t>
            </a:r>
            <a:endParaRPr lang="en-US" sz="150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EXEMPLO PRÁTICO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Aplicações reais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governança e regulamentação da IA são cada vez mais necessárias para garantir seu uso responsável.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331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Desenvolver políticas internas claras para o uso de IA é vital.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30175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Estabelecer comitês de ética em IA para supervisionar a implementação.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7033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Manter-se atualizado sobre as regulamentações governamentais de IA.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43891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Promover a conscientização sobre as melhores práticas entre os colaboradores.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14400" y="5074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colaboração entre setores público e privado fomenta o uso ético da IA.</a:t>
            </a:r>
            <a:endParaRPr lang="en-US" sz="150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DESAFIOS E CUIDADOS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Desafios e cuidados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questão da responsabilidade e accountability na IA é complexa, mas crucial para um uso ético. É essencial definir quem é responsável quando a IA comete erros ou causa danos.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331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As responsabilidades no desenvolvimento e uso da IA precisam ser claras.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30175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Desenvolvedores e usuários da IA devem ser responsabilizados por seus impactos.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7033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Mecanismos de revisão e apelação para decisões da IA são necessários.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43891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Auditorias independentes dos sistemas de IA fortalecem a accountability.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14400" y="5074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ética deve ser integrada em todo o ciclo de vida da IA, do design à desativação.</a:t>
            </a:r>
            <a:endParaRPr lang="en-US" sz="1500" dirty="0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RESUMO DO MÓDULO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Resumo do Módulo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Neste módulo, exploramos os pilares da ética e segurança no uso da IA, ressaltando que sua adoção é uma responsabilidade moral e social.</a:t>
            </a:r>
            <a:endParaRPr lang="en-US" sz="1500" dirty="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KEY TAKEAWAYS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 Takeaways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ética na IA é um conjunto de princípios que guia seu uso responsável.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331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privacidade de dados exige consentimento, minimização e segurança robusta.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30175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Os sistemas de IA podem ser tanto alvos quanto ferramentas para a segurança cibernética.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7033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 viés algorítmico pode levar a discriminação e deve ser ativamente mitigado.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43891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Transparência e explicabilidade são cruciais para a confiança e correção de erros na IA.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14400" y="5074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governança e regulamentação são essenciais para um uso responsável da IA.</a:t>
            </a:r>
            <a:endParaRPr lang="en-US" sz="1500" dirty="0"/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Implementação Prática e Futuro da IA para Produtividade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1097280" y="320040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1. Selecionar e implementar ferramentas de IA de forma eficaz no dia a dia profissional.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097280" y="374904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2. Desenvolver estratégias para a adoção bem-sucedida de IA em equipes.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097280" y="429768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3. Compreender as tendências futuras da IA e seu impacto na produtividade.</a:t>
            </a:r>
            <a:endParaRPr lang="en-US" sz="1400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CONTEÚDO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Implementação Prática e Futuro da IA para Produtividade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Implementação Prática e Futuro da IA para Produtividade.</a:t>
            </a:r>
            <a:endParaRPr lang="en-US" sz="1500" dirty="0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FUNDAMENTOS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Fundamentos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implementação de Inteligência Artificial (IA) no ambiente de trabalho transforma o conhecimento em ação.</a:t>
            </a:r>
            <a:endParaRPr lang="en-US" sz="1500" dirty="0"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COMO FUNCIONA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Como funciona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escolha da ferramenta de IA ideal é crucial. Não se busca a tecnologia mais avançada, mas sim a mais alinhada às necessidades e objetivos específicos do usuário ou da equipe.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331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Identificar o problema que a IA pode resolver é o primeiro passo.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30175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Mapear processos e tarefas que consomem mais tempo ou apresentam gargalos.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7033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Listar atividades repetitivas e manuais que poderiam ser automatizadas.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43891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Considerar desafios onde a tomada de decisão se beneficia de análises de dados.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14400" y="5074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Pensar em áreas onde a criatividade ou o atendimento ao cliente poderiam ser aprimorados.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14400" y="5760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Definir métricas claras para o sucesso, que medirão o impacto da IA.</a:t>
            </a:r>
            <a:endParaRPr lang="en-US" sz="1500" dirty="0"/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COMO FUNCIONA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Como funciona (Parte 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Após identificar as necessidades, aplicar critérios de avaliação rigorosos.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331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Relevância para a Tarefa: A ferramenta deve resolver diretamente o problema.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30175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Facilidade de Uso: Interface intuitiva e de fácil aprendizado acelera a adoção.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7033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Integração: Verificar compatibilidade com outras plataformas existentes.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43891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Segurança e Privacidade de Dados: Priorizar soluções que protejam informações.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14400" y="5074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Custo-Benefício: Avaliar o valor entregue em relação ao investimento.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14400" y="5760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Suporte e Documentação: Um bom suporte técnico é um diferencial importante.</a:t>
            </a:r>
            <a:endParaRPr lang="en-US" sz="1500" dirty="0"/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COMO FUNCIONA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Como funciona (Parte 3)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Escalabilidade: A ferramenta deve crescer e se adaptar a necessidades futuras.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331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Reputação do Fornecedor: Pesquisar sobre a empresa e suas avaliações.</a:t>
            </a:r>
            <a:endParaRPr lang="en-US" sz="1500" dirty="0"/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APLICAÇÕES REAIS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Exemplo prático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Para reduzir o tempo gasto na criação de rascunhos de e-mails de follow-up.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331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Necessidade: Reduzir o tempo na criação de rascunhos de e-mails de follow-up para clientes.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30175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Critérios Aplicados:.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7033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Relevância: Ferramenta de IA que gera texto a partir de prompts.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43891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Facilidade de Uso: Interface simples para inserir contexto rapidamente.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14400" y="5074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Integração: Capacidade de copiar e colar facilmente no cliente de e-mail.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14400" y="5760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Custo-Benefício: Plataforma com plano gratuito ou acessível para uso individual.</a:t>
            </a:r>
            <a:endParaRPr lang="en-US" sz="1500" dirty="0"/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APLICAÇÕES REAIS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Exemplo prático (Parte 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Ferramenta Escolhida: Um assistente de escrita baseado em IA, como o ChatGPT ou o Google Gemini, configurado com modelos de e-mail.</a:t>
            </a:r>
            <a:endParaRPr lang="en-US" sz="1500" dirty="0"/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COMO FUNCIONA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Como funciona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Integrar a IA em uma equipe exige planejamento e comunicação. Isso garante engajamento e a adesão de todos.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331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Introduzir a IA de forma incremental minimiza resistências e permite ajustes.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30175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Iniciar com projetos-piloto de pequena escala para testar a ferramenta e coletar feedback.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7033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Escolher um grupo pequeno e entusiasta para experimentar a IA primeiro, criando "embaixadores".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43891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Documentar os sucessos e aprendizados do piloto para compartilhar com a equipe.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14400" y="5074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Permitir que a equipe experimente a IA em tarefas de baixo risco antes de aplicá-la em processos críticos.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14400" y="5760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Criar um cronograma realista para a expansão do uso das ferramentas de IA.</a:t>
            </a:r>
            <a:endParaRPr lang="en-US" sz="1500" dirty="0"/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COMO FUNCIONA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Como funciona (Parte 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 conhecimento é a chave para a adoção bem-sucedida da IA.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331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Oferecer workshops e treinamentos práticos sobre o uso das novas ferramentas de IA.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30175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Criar materiais de suporte acessíveis, como guias rápidos e FAQs.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7033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Promover sessões de perguntas e respostas para sanar dúvidas e coletar sugestões.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43891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Destacar os benefícios pessoais que a IA trará para cada membro da equipe.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14400" y="5074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Incentivar a experimentação e a troca de experiências entre os colegas.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14400" y="5760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mudança pode gerar desconforto, mas uma boa comunicação atenua isso.</a:t>
            </a:r>
            <a:endParaRPr lang="en-US" sz="1500" dirty="0"/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COMO FUNCIONA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Como funciona (Parte 3)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Comunicar claramente o propósito da implementação da IA e seus benefícios.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331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Abordar abertamente preocupações sobre substituição de empregos, focando na IA como complemento.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30175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Demonstrar como a IA irá liberar tempo para tarefas mais estratégicas e criativas.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7033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Celebrar os marcos e os sucessos iniciais para construir momentum.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43891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Fomentar uma cultura de aprendizado contínuo e adaptabilidade.</a:t>
            </a:r>
            <a:endParaRPr lang="en-US" sz="1500" dirty="0"/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APLICAÇÕES REAIS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Exemplo prático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Cenário: Uma equipe de marketing precisa adotar uma ferramenta de IA para análise de dados de campanhas.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331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Estratégia:.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30175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Piloto: Escolher dois membros da equipe para testar a ferramenta em uma campanha secundária.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7033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Treinamento: Após o piloto, realizar um workshop de duas horas com exercícios práticos para toda a equipe.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43891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Comunicação: Explicar que a IA automatizará relatórios básicos, permitindo o foco em estratégias criativas.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14400" y="5074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Suporte: Criar um canal de comunicação interno para dúvidas e compartilhamento de dicas.</a:t>
            </a:r>
            <a:endParaRPr lang="en-US" sz="1500" dirty="0"/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DESAFIOS E CUIDADOS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Desafios e cuidados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IA está em constante evolução. Estar atento às tendências futuras é crucial para manter a vantagem competitiva.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331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Acompanhe as inovações que moldarão o panorama da produtividade.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30175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IA Generativa Avançada: Modelos capazes de criar conteúdo (texto, imagem, vídeo) de alta qualidade.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7033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IA de Conversação Evoluída: Assistentes virtuais mais inteligentes e contextuais aprimorarão o suporte.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43891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IA para Personalização Extrema: Experiências de usuário e recomendações ultrassegmentadas.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14400" y="5074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Automação Inteligente de Processos (IPA): Combina IA e RPA para automatizar tarefas complexas.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14400" y="5760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IA Explicável (XAI): Torna algoritmos de IA mais transparentes e compreensíveis.</a:t>
            </a:r>
            <a:endParaRPr lang="en-US" sz="1500" dirty="0"/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DESAFIOS E CUIDADOS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Desafios e cuidados (Parte 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IA na Análise Preditiva e Prescritiva: Previsão de eventos e recomendação de ações específicas.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331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IA para o Bem-Estar e Saúde Profissional: Ferramentas que monitoram e apoiam a saúde mental.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30175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IA transformará a natureza do trabalho, não eliminará empregos.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7033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IA automatizará tarefas rotineiras, liberando profissionais para atividades estratégicas.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43891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Novas profissões surgirão e a demanda por habilidades complementares à IA crescerá.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14400" y="5074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colaboração humano-IA será a norma, com a IA atuando como "copiloto" inteligente.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14400" y="5760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tomada de decisão será aprimorada pela IA, baseada em dados e análises complexas.</a:t>
            </a:r>
            <a:endParaRPr lang="en-US" sz="1500" dirty="0"/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DESAFIOS E CUIDADOS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Desafios e cuidados (Parte 3)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 lifelong learning (aprendizado contínuo) será essencial para a adaptabilidade profissional.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331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💭 Pare um momento e reflita: Como as tendências emergentes da IA podem impactar ou transformar sua área de atuação nos próximos 5 anos?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30175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Aja agora para estar à frente das transformações.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7033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Investir no desenvolvimento de habilidades socioemocionais (soft skills), como pensamento crítico.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43891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Manter-se atualizado sobre as novas tecnologias de IA e suas aplicações.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14400" y="5074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Desenvolver a capacidade de trabalhar em conjunto com sistemas de IA.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14400" y="5760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Cultivar uma mentalidade de aprendizado contínuo e adaptabilidade.</a:t>
            </a:r>
            <a:endParaRPr lang="en-US" sz="1500" dirty="0"/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DESAFIOS E CUIDADOS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Desafios e cuidados (Parte 4)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Buscar oportunidades para aplicar a IA no trabalho, mesmo em pequena escala.</a:t>
            </a:r>
            <a:endParaRPr lang="en-US" sz="1500" dirty="0"/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RESUMO DO MÓDULO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Resumo do Módulo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Este módulo capacitou você a selecionar, implementar e gerenciar ferramentas de IA para produtividade.</a:t>
            </a:r>
            <a:endParaRPr lang="en-US" sz="1500" dirty="0"/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KEY TAKEAWAYS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 Takeaways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escolha da ferramenta de IA ideal deve ser baseada em necessidades claras e múltiplos critérios de avaliação.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331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implementação em equipes exige um plano gradual, treinamento adequado e gestão proativa da mudança.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30175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 futuro da IA na produtividade é promissor, com avanços que transformarão o trabalho.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7033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Profissionais devem desenvolver novas habilidades e adotar uma mentalidade de aprendizado contínuo.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43891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IA serve como uma aliada estratégica, liberando tempo para atividades de maior valor.</a:t>
            </a:r>
            <a:endParaRPr lang="en-US" sz="1500" dirty="0"/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28600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Obrigado!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365760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AAAA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Inteligência Artificial para Aumentar a Produtividade no Trabalho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115</Slides>
  <Notes>115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115</vt:i4>
      </vt:variant>
    </vt:vector>
  </HeadingPairs>
  <TitlesOfParts>
    <vt:vector size="1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2026-03-08T05:34:58Z</dcterms:created>
  <dcterms:modified xsi:type="dcterms:W3CDTF">2026-03-08T05:34:58Z</dcterms:modified>
</cp:coreProperties>
</file>